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DF6E2-78B8-FFFE-5B05-5C63190AD8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2322894"/>
            <a:ext cx="8229600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rPr dirty="0"/>
              <a:t>Automation of </a:t>
            </a:r>
            <a:r>
              <a:rPr lang="en-IN" dirty="0"/>
              <a:t>c</a:t>
            </a:r>
            <a:r>
              <a:rPr dirty="0"/>
              <a:t>ENM Sanity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340096"/>
            <a:ext cx="2916936" cy="1640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002060"/>
                </a:solidFill>
              </a:rPr>
              <a:t>Harish Prabhu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002060"/>
                </a:solidFill>
              </a:rPr>
              <a:t>07-07-2026</a:t>
            </a:r>
            <a:endParaRPr sz="1800" b="1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843000"/>
            <a:ext cx="9144000" cy="15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4700"/>
            <a:ext cx="8229600" cy="1143000"/>
          </a:xfrm>
        </p:spPr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rPr dirty="0"/>
              <a:t>Manual Sanity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016" y="1867337"/>
            <a:ext cx="6601968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sz="2400" dirty="0"/>
              <a:t>Multiple sanity checks performed manually</a:t>
            </a:r>
            <a:br>
              <a:rPr lang="en-IN" sz="2400" dirty="0"/>
            </a:br>
            <a:r>
              <a:rPr lang="en-IN" sz="2000" dirty="0"/>
              <a:t>Checks includes – System HC, NW status, Supervision status, WL status, WLVM FS status, </a:t>
            </a:r>
            <a:r>
              <a:rPr lang="en-IN" sz="2000" dirty="0" err="1"/>
              <a:t>ldap-ftpes</a:t>
            </a:r>
            <a:r>
              <a:rPr lang="en-IN" sz="2000" dirty="0"/>
              <a:t> count, </a:t>
            </a:r>
            <a:r>
              <a:rPr lang="en-IN" sz="2000" dirty="0" err="1"/>
              <a:t>ceph</a:t>
            </a:r>
            <a:r>
              <a:rPr lang="en-IN" sz="2000" dirty="0"/>
              <a:t> status, </a:t>
            </a:r>
            <a:r>
              <a:rPr lang="en-IN" sz="2000" dirty="0" err="1"/>
              <a:t>netsim</a:t>
            </a:r>
            <a:r>
              <a:rPr lang="en-IN" sz="2000" dirty="0"/>
              <a:t> FS status, </a:t>
            </a:r>
            <a:r>
              <a:rPr lang="en-IN" sz="2000" dirty="0" err="1"/>
              <a:t>netsim</a:t>
            </a:r>
            <a:r>
              <a:rPr lang="en-IN" sz="2000" dirty="0"/>
              <a:t> </a:t>
            </a:r>
            <a:r>
              <a:rPr lang="en-IN" sz="2000" dirty="0" err="1"/>
              <a:t>tcp</a:t>
            </a:r>
            <a:r>
              <a:rPr lang="en-IN" sz="2000" dirty="0"/>
              <a:t> dump enabled/disabled status,  </a:t>
            </a:r>
            <a:r>
              <a:rPr lang="en-IN" sz="2000" dirty="0" err="1"/>
              <a:t>workr</a:t>
            </a:r>
            <a:r>
              <a:rPr lang="en-IN" sz="2000" dirty="0"/>
              <a:t> nodes taint/</a:t>
            </a:r>
            <a:r>
              <a:rPr lang="en-IN" sz="2000" dirty="0" err="1"/>
              <a:t>untaint</a:t>
            </a:r>
            <a:r>
              <a:rPr lang="en-IN" sz="2000"/>
              <a:t> status etc</a:t>
            </a:r>
            <a:br>
              <a:rPr lang="en-IN" sz="2400" dirty="0"/>
            </a:br>
            <a:endParaRPr sz="2400" dirty="0"/>
          </a:p>
          <a:p>
            <a:r>
              <a:rPr sz="2400" dirty="0"/>
              <a:t>Takes around 15–20 minutes</a:t>
            </a:r>
            <a:r>
              <a:rPr lang="en-IN" sz="2400" dirty="0"/>
              <a:t> in one run.</a:t>
            </a:r>
            <a:endParaRPr sz="2400" dirty="0"/>
          </a:p>
          <a:p>
            <a:r>
              <a:rPr sz="2400" dirty="0"/>
              <a:t>Any failure requires additional investigation</a:t>
            </a:r>
            <a:r>
              <a:rPr lang="en-IN" sz="2400" dirty="0"/>
              <a:t> needed.</a:t>
            </a:r>
          </a:p>
          <a:p>
            <a:r>
              <a:rPr lang="en-IN" sz="2400" dirty="0"/>
              <a:t>Possibility to miss few TC’s.</a:t>
            </a: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843000"/>
            <a:ext cx="9144000" cy="15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01569-77D5-6106-96A8-A7D38D6D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CDC3-0734-DEA1-D385-5866F8F1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7064"/>
            <a:ext cx="8229600" cy="1143000"/>
          </a:xfrm>
        </p:spPr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rPr lang="en-IN" dirty="0"/>
              <a:t>Automatic</a:t>
            </a:r>
            <a:r>
              <a:rPr dirty="0"/>
              <a:t>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106F8-1040-F2FB-98A1-50ED08A3A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0804" y="2113244"/>
            <a:ext cx="5422392" cy="277781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400" dirty="0"/>
              <a:t>Created AI script using Kiro which will perform all sanity checks in one go and generate HTML dashboard file.</a:t>
            </a:r>
            <a:endParaRPr sz="2400" dirty="0"/>
          </a:p>
          <a:p>
            <a:r>
              <a:rPr lang="en-IN" sz="2400" dirty="0"/>
              <a:t>Script t</a:t>
            </a:r>
            <a:r>
              <a:rPr sz="2400" dirty="0" err="1"/>
              <a:t>akes</a:t>
            </a:r>
            <a:r>
              <a:rPr sz="2400" dirty="0"/>
              <a:t> </a:t>
            </a:r>
            <a:r>
              <a:rPr lang="en-IN" sz="2400" dirty="0"/>
              <a:t>less than 3 minutes.</a:t>
            </a:r>
          </a:p>
          <a:p>
            <a:r>
              <a:rPr lang="en-IN" sz="2400"/>
              <a:t>Script is enabled </a:t>
            </a:r>
            <a:r>
              <a:rPr lang="en-IN" sz="2400" dirty="0"/>
              <a:t>with </a:t>
            </a:r>
            <a:r>
              <a:rPr lang="en-IN" sz="2400"/>
              <a:t>AI insights.</a:t>
            </a:r>
            <a:endParaRPr sz="2400" dirty="0"/>
          </a:p>
          <a:p>
            <a:r>
              <a:rPr lang="en-IN" sz="2400" dirty="0"/>
              <a:t>No chance of missing any TC’s.</a:t>
            </a:r>
            <a:endParaRPr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234B3-BE29-BD57-ECFA-E0F938F4D713}"/>
              </a:ext>
            </a:extLst>
          </p:cNvPr>
          <p:cNvSpPr/>
          <p:nvPr/>
        </p:nvSpPr>
        <p:spPr>
          <a:xfrm>
            <a:off x="0" y="6843000"/>
            <a:ext cx="9144000" cy="15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6991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620F8CA8-9E0C-4EE7-8452-475E829B55F1}"/>
</file>

<file path=customXml/itemProps2.xml><?xml version="1.0" encoding="utf-8"?>
<ds:datastoreItem xmlns:ds="http://schemas.openxmlformats.org/officeDocument/2006/customXml" ds:itemID="{4ED30778-BF0C-41AA-B6F9-D558898CC0AB}"/>
</file>

<file path=customXml/itemProps3.xml><?xml version="1.0" encoding="utf-8"?>
<ds:datastoreItem xmlns:ds="http://schemas.openxmlformats.org/officeDocument/2006/customXml" ds:itemID="{73DFD0D9-8337-43F4-8913-DB82C018C9B9}"/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129</Words>
  <Application>Microsoft Office PowerPoint</Application>
  <PresentationFormat>On-screen Show 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Automation of cENM Sanity Checks</vt:lpstr>
      <vt:lpstr>Manual Sanity Checks</vt:lpstr>
      <vt:lpstr>Automatic Sanity Checks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 Prabhu</dc:creator>
  <cp:keywords/>
  <dc:description>generated using python-pptx</dc:description>
  <cp:lastModifiedBy>Harish Prabhu</cp:lastModifiedBy>
  <cp:revision>5</cp:revision>
  <dcterms:created xsi:type="dcterms:W3CDTF">2013-01-27T09:14:16Z</dcterms:created>
  <dcterms:modified xsi:type="dcterms:W3CDTF">2026-07-07T16:02:34Z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2026-06-22T05:52:27Z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28dd15c7-d7f9-43bd-a55f-7b0736dde56a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  <property fmtid="{D5CDD505-2E9C-101B-9397-08002B2CF9AE}" pid="12" name="ContentTypeId">
    <vt:lpwstr>0x010100EF6C47639219C8468A0D98F9A082EF44</vt:lpwstr>
  </property>
</Properties>
</file>