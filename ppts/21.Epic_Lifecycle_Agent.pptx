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DC3E6B-0190-2879-A3DA-8A654523668A}" v="10" dt="2026-07-07T08:31:54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/>
              <a:t>Epic Lifecycle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rPr lang="en-US"/>
              <a:t>Automating PO Workflows — Story Generation | Readiness Check | F4 Gate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lang="en-US"/>
              <a:t>🔁  Story Generation — Learn from reference Epic, generate for new Epic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rPr lang="en-US" dirty="0"/>
              <a:t>✅  Readiness Check — Checks Dependencies, </a:t>
            </a:r>
            <a:r>
              <a:rPr lang="en-US"/>
              <a:t>EPIC definition, </a:t>
            </a:r>
            <a:r>
              <a:rPr lang="en-US" dirty="0"/>
              <a:t>Acceptance Criteria → Ready / Not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lang="en-US"/>
              <a:t>🚀  F4 Gate Check — All stories closed, sub-tasks done → Pass / Fail</a:t>
            </a:r>
          </a:p>
        </p:txBody>
      </p:sp>
    </p:spTree>
    <p:extLst>
      <p:ext uri="{BB962C8B-B14F-4D97-AF65-F5344CB8AC3E}">
        <p14:creationId xmlns:p14="http://schemas.microsoft.com/office/powerpoint/2010/main" val="200395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</a:defRPr>
            </a:pPr>
            <a:r>
              <a:t>What the Agent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AB"/>
                </a:solidFill>
              </a:defRPr>
            </a:pPr>
            <a:r>
              <a:t>🔁  Story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Give it a well-structured reference Epic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Agent learns the pattern: mandatory stories, naming, labels, sequencing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Give it a new Epic → generates complete story set following the same pattern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Outputs as .md file → PO reviews, edits, approves → then created in 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✅  Readiness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Dependencies resolved? Epic definition complete? Stories have AC &amp; Teams?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Verdict: Ready or Not Ready — with exact list of blockers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</a:defRPr>
            </a:pPr>
            <a:r>
              <a:t>🚀  F4 Gate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Every story closed? Every dependency done? Every sub-task complete?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Verdict: Pass or Fail — no more manually clicking through 20+ stories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Guardrails &amp;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DEFB"/>
                </a:solidFill>
              </a:defRPr>
            </a:pPr>
            <a:r>
              <a:t>Three Guardrails: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🛡️  Never updates JIRA without explicit PO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📌  Never fabricates requirements — everything traces back to Epic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DEFB"/>
                </a:solidFill>
              </a:defRPr>
            </a:pPr>
            <a:r>
              <a:t>Bottom 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✅  Consistent quality across all Epics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⏱️  Hours saved per 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🚀  Zero gate-check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D777FE76-DA16-4979-AC01-07FEF811AB7A}"/>
</file>

<file path=customXml/itemProps2.xml><?xml version="1.0" encoding="utf-8"?>
<ds:datastoreItem xmlns:ds="http://schemas.openxmlformats.org/officeDocument/2006/customXml" ds:itemID="{A2F2258B-46DC-4C24-A633-AB225E881A62}"/>
</file>

<file path=customXml/itemProps3.xml><?xml version="1.0" encoding="utf-8"?>
<ds:datastoreItem xmlns:ds="http://schemas.openxmlformats.org/officeDocument/2006/customXml" ds:itemID="{0C5EE9E3-34A8-4739-AC9C-FB83FEDB225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2026-07-07T08:54:59Z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ontentTypeId">
    <vt:lpwstr>0x010100EF6C47639219C8468A0D98F9A082EF44</vt:lpwstr>
  </property>
  <property fmtid="{D5CDD505-2E9C-101B-9397-08002B2CF9AE}" pid="3" name="MSIP_Label_a8c544ca-bb84-4280-906e-934547e1d30c_Enabled">
    <vt:lpwstr>True</vt:lpwstr>
  </property>
  <property fmtid="{D5CDD505-2E9C-101B-9397-08002B2CF9AE}" pid="4" name="MSIP_Label_a8c544ca-bb84-4280-906e-934547e1d30c_SiteId">
    <vt:lpwstr>258ac4e4-146a-411e-9dc8-79a9e12fd6da</vt:lpwstr>
  </property>
  <property fmtid="{D5CDD505-2E9C-101B-9397-08002B2CF9AE}" pid="5" name="MSIP_Label_a8c544ca-bb84-4280-906e-934547e1d30c_SetDate">
    <vt:lpwstr>2026-07-07T09:31:42Z</vt:lpwstr>
  </property>
  <property fmtid="{D5CDD505-2E9C-101B-9397-08002B2CF9AE}" pid="6" name="MSIP_Label_a8c544ca-bb84-4280-906e-934547e1d30c_Name">
    <vt:lpwstr>Internal - General Use</vt:lpwstr>
  </property>
  <property fmtid="{D5CDD505-2E9C-101B-9397-08002B2CF9AE}" pid="7" name="MSIP_Label_a8c544ca-bb84-4280-906e-934547e1d30c_ActionId">
    <vt:lpwstr>3b9961bd-c020-4d65-9298-e0f9b728b55f</vt:lpwstr>
  </property>
  <property fmtid="{D5CDD505-2E9C-101B-9397-08002B2CF9AE}" pid="8" name="MSIP_Label_a8c544ca-bb84-4280-906e-934547e1d30c_Removed">
    <vt:lpwstr>False</vt:lpwstr>
  </property>
  <property fmtid="{D5CDD505-2E9C-101B-9397-08002B2CF9AE}" pid="9" name="MSIP_Label_a8c544ca-bb84-4280-906e-934547e1d30c_Extended_MSFT_Method">
    <vt:lpwstr>Standard</vt:lpwstr>
  </property>
  <property fmtid="{D5CDD505-2E9C-101B-9397-08002B2CF9AE}" pid="10" name="Sensitivity">
    <vt:lpwstr>Internal - General Use</vt:lpwstr>
  </property>
</Properties>
</file>