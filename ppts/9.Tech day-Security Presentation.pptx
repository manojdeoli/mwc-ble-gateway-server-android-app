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1" r:id="rId3"/>
    <p:sldId id="382" r:id="rId4"/>
    <p:sldId id="384" r:id="rId5"/>
    <p:sldId id="385" r:id="rId6"/>
    <p:sldId id="3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1F64-CE31-5331-09A1-A880DE5A0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90BB7-10FD-5F44-EA55-47CE3BA98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7F5B7-97A3-1A5C-C31B-8A344A14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86E5A-16BD-40AC-274B-07AE62E9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34BCE-890A-2D2C-1033-3871D854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98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47B7-203D-677A-3D22-5A8F6973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5F4B6-ABEF-B83A-9F42-9900F703B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BEEA4-DDC8-C5C4-120A-042403FA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6153C-EA73-FA7A-FD50-DEA75035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8BA1D-A302-58A8-E228-1DE527E2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25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465E-13E4-35DE-911F-0C9BA5D7A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86262-74A5-176A-0F02-CDD80986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1CEC1-1033-C987-383D-D67EC4DF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B172-4F06-7B55-C094-B2D6107C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18D05-9118-FA09-DCB2-47A9C624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18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7296-B77D-7F6F-4AA4-95A254C3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F23C-AE48-2CB9-6C83-D8622504D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1ACC1-7D1B-33D1-A2F3-3325C54C8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00E7B-0501-08AC-381F-83FF7BEA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9E35-7857-6A43-EE5D-7E0205F6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056DC-34D6-3BD1-7594-0ECB13C7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0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41AB-1433-0562-403F-3D2ADC4D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356A-21E7-D30A-EE63-70F0463D2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13C22-875F-17CE-5DF2-0ACE217B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A32B9-3B08-C582-0A20-E6B19323B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16BD4-3514-0369-A333-BBE27EA18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8F91F-D83E-7F19-1324-3119DD1B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A8BDB-B41E-3709-C71A-14877E223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43380-B089-EF08-DA19-C6F2D839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6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688B-5A83-93AE-AF1B-CDE053EF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51824-3212-56B4-AC08-F6AFB46F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660AA-A97A-2F12-B079-53D0410A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B8DF0-141C-E1F9-7996-DC03128E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30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FBCB7-F946-BB90-856B-F9C41920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7262E-FC6D-436C-24A7-3808B264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FAAAA-9D39-A30E-7C2B-78E26E5E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4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B487-5368-C983-CE26-67C27842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3F34-6051-8204-CFDE-CA1C04BA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22E75-6183-0D26-415D-2E8C93519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031C1-CD59-909A-32CC-BE8620A5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959A8-21FF-ABC1-2ADE-C855D06F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7EC38-09CC-5E1D-3197-A35BF781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64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3150-660D-1F41-2683-4DFE8F23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66821-0867-3C27-8EC2-A2B1478BE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38318-C9CC-9C6F-3BB7-C68DEF21A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2C9EF-961D-AF3E-637D-FF40689E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CFDD2-FD85-4895-9936-F770DE32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F18EC-6887-751F-AED8-B8FB306E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65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9558-B5BE-FC45-05BA-99B6F715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2050D-5F8E-E0CB-5AD8-235C38359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B60F7-D764-C3A8-E108-A3545505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000B7-3311-A5A6-CA8B-DDC16364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73813-3A93-53E8-1EC1-8946E5CA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41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73A0B-F68D-6F26-B286-C5AF54E48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80D06-3B84-0BDE-D38F-0A64F1B9B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95C84-237F-3F5A-A868-7124FBF3A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B9677-0615-44C1-23AC-40FFC8CD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761E-7DCB-E93F-83FF-76FE3035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226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_GraphicMask_Wipro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" descr="Imagen">
            <a:extLst>
              <a:ext uri="{FF2B5EF4-FFF2-40B4-BE49-F238E27FC236}">
                <a16:creationId xmlns:a16="http://schemas.microsoft.com/office/drawing/2014/main" id="{7B625D6A-E7AD-BEF2-7063-3A851F99D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341954"/>
          </a:solidFill>
          <a:ln w="12700">
            <a:miter lim="400000"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2C84DC4-2DDC-E928-3541-CBC827074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1550" y="2465569"/>
            <a:ext cx="3549650" cy="192686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6000" b="1">
                <a:solidFill>
                  <a:schemeClr val="bg1"/>
                </a:solidFill>
                <a:latin typeface="Tenorite" pitchFamily="2" charset="0"/>
              </a:defRPr>
            </a:lvl1pPr>
          </a:lstStyle>
          <a:p>
            <a:r>
              <a:rPr lang="en-US"/>
              <a:t>Click to add title</a:t>
            </a:r>
            <a:endParaRPr lang="en-AR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25A1A09-7075-DCBC-C786-86C9CEA9B1E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1550" y="4694722"/>
            <a:ext cx="6603124" cy="367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890C50F-CF2D-90D5-4235-0896B238C30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1550" y="5067740"/>
            <a:ext cx="6603124" cy="3632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176033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F8B457-CE89-4EFD-0867-0CAE700E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60DC5-2161-3324-83B9-1D4DCE5D5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8FCAC-0294-2AEF-0FB4-88E60ADFB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715B6-5373-403E-8417-A2713BC72128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D6388-0E61-07AE-D17E-96CFFC0A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408C9-CA8F-D054-FC55-46350D33E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6F3C5-1126-4668-961D-39300FBC8CB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382F1-DB46-4163-7FAB-5193E4C2EB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378969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21FD-FC7A-4108-C187-C97D732B8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4F0AF-CCC6-2AE7-6FCD-8E82F5E93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60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5CFB13-222F-C1E9-AB39-E4B035763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4893113"/>
            <a:ext cx="6603124" cy="367996"/>
          </a:xfrm>
        </p:spPr>
        <p:txBody>
          <a:bodyPr>
            <a:noAutofit/>
          </a:bodyPr>
          <a:lstStyle/>
          <a:p>
            <a:r>
              <a:rPr lang="en-US" dirty="0"/>
              <a:t>Presented by Pradeep/Dhana/Radha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B7DA7E-E019-A4F1-375D-AEFE69C3210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71550" y="5266131"/>
            <a:ext cx="6603124" cy="363278"/>
          </a:xfrm>
        </p:spPr>
        <p:txBody>
          <a:bodyPr>
            <a:noAutofit/>
          </a:bodyPr>
          <a:lstStyle/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July 2026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FF5EC5ED-DD1B-10AE-6A6E-7D6183B33CDE}"/>
              </a:ext>
            </a:extLst>
          </p:cNvPr>
          <p:cNvSpPr>
            <a:spLocks noEditPoints="1"/>
          </p:cNvSpPr>
          <p:nvPr/>
        </p:nvSpPr>
        <p:spPr bwMode="auto">
          <a:xfrm>
            <a:off x="11014416" y="261386"/>
            <a:ext cx="703014" cy="260340"/>
          </a:xfrm>
          <a:custGeom>
            <a:avLst/>
            <a:gdLst>
              <a:gd name="T0" fmla="*/ 698 w 1799"/>
              <a:gd name="T1" fmla="*/ 158 h 664"/>
              <a:gd name="T2" fmla="*/ 610 w 1799"/>
              <a:gd name="T3" fmla="*/ 496 h 664"/>
              <a:gd name="T4" fmla="*/ 664 w 1799"/>
              <a:gd name="T5" fmla="*/ 7 h 664"/>
              <a:gd name="T6" fmla="*/ 638 w 1799"/>
              <a:gd name="T7" fmla="*/ 105 h 664"/>
              <a:gd name="T8" fmla="*/ 664 w 1799"/>
              <a:gd name="T9" fmla="*/ 7 h 664"/>
              <a:gd name="T10" fmla="*/ 907 w 1799"/>
              <a:gd name="T11" fmla="*/ 491 h 664"/>
              <a:gd name="T12" fmla="*/ 863 w 1799"/>
              <a:gd name="T13" fmla="*/ 664 h 664"/>
              <a:gd name="T14" fmla="*/ 777 w 1799"/>
              <a:gd name="T15" fmla="*/ 158 h 664"/>
              <a:gd name="T16" fmla="*/ 862 w 1799"/>
              <a:gd name="T17" fmla="*/ 205 h 664"/>
              <a:gd name="T18" fmla="*/ 969 w 1799"/>
              <a:gd name="T19" fmla="*/ 151 h 664"/>
              <a:gd name="T20" fmla="*/ 1082 w 1799"/>
              <a:gd name="T21" fmla="*/ 199 h 664"/>
              <a:gd name="T22" fmla="*/ 1131 w 1799"/>
              <a:gd name="T23" fmla="*/ 327 h 664"/>
              <a:gd name="T24" fmla="*/ 1081 w 1799"/>
              <a:gd name="T25" fmla="*/ 455 h 664"/>
              <a:gd name="T26" fmla="*/ 969 w 1799"/>
              <a:gd name="T27" fmla="*/ 503 h 664"/>
              <a:gd name="T28" fmla="*/ 988 w 1799"/>
              <a:gd name="T29" fmla="*/ 414 h 664"/>
              <a:gd name="T30" fmla="*/ 1038 w 1799"/>
              <a:gd name="T31" fmla="*/ 364 h 664"/>
              <a:gd name="T32" fmla="*/ 1038 w 1799"/>
              <a:gd name="T33" fmla="*/ 289 h 664"/>
              <a:gd name="T34" fmla="*/ 988 w 1799"/>
              <a:gd name="T35" fmla="*/ 239 h 664"/>
              <a:gd name="T36" fmla="*/ 915 w 1799"/>
              <a:gd name="T37" fmla="*/ 239 h 664"/>
              <a:gd name="T38" fmla="*/ 865 w 1799"/>
              <a:gd name="T39" fmla="*/ 289 h 664"/>
              <a:gd name="T40" fmla="*/ 865 w 1799"/>
              <a:gd name="T41" fmla="*/ 364 h 664"/>
              <a:gd name="T42" fmla="*/ 915 w 1799"/>
              <a:gd name="T43" fmla="*/ 414 h 664"/>
              <a:gd name="T44" fmla="*/ 1194 w 1799"/>
              <a:gd name="T45" fmla="*/ 158 h 664"/>
              <a:gd name="T46" fmla="*/ 1279 w 1799"/>
              <a:gd name="T47" fmla="*/ 210 h 664"/>
              <a:gd name="T48" fmla="*/ 1372 w 1799"/>
              <a:gd name="T49" fmla="*/ 152 h 664"/>
              <a:gd name="T50" fmla="*/ 1429 w 1799"/>
              <a:gd name="T51" fmla="*/ 165 h 664"/>
              <a:gd name="T52" fmla="*/ 1379 w 1799"/>
              <a:gd name="T53" fmla="*/ 242 h 664"/>
              <a:gd name="T54" fmla="*/ 1299 w 1799"/>
              <a:gd name="T55" fmla="*/ 257 h 664"/>
              <a:gd name="T56" fmla="*/ 1279 w 1799"/>
              <a:gd name="T57" fmla="*/ 496 h 664"/>
              <a:gd name="T58" fmla="*/ 1194 w 1799"/>
              <a:gd name="T59" fmla="*/ 158 h 664"/>
              <a:gd name="T60" fmla="*/ 1549 w 1799"/>
              <a:gd name="T61" fmla="*/ 489 h 664"/>
              <a:gd name="T62" fmla="*/ 1455 w 1799"/>
              <a:gd name="T63" fmla="*/ 395 h 664"/>
              <a:gd name="T64" fmla="*/ 1455 w 1799"/>
              <a:gd name="T65" fmla="*/ 258 h 664"/>
              <a:gd name="T66" fmla="*/ 1549 w 1799"/>
              <a:gd name="T67" fmla="*/ 165 h 664"/>
              <a:gd name="T68" fmla="*/ 1690 w 1799"/>
              <a:gd name="T69" fmla="*/ 165 h 664"/>
              <a:gd name="T70" fmla="*/ 1785 w 1799"/>
              <a:gd name="T71" fmla="*/ 258 h 664"/>
              <a:gd name="T72" fmla="*/ 1785 w 1799"/>
              <a:gd name="T73" fmla="*/ 395 h 664"/>
              <a:gd name="T74" fmla="*/ 1691 w 1799"/>
              <a:gd name="T75" fmla="*/ 489 h 664"/>
              <a:gd name="T76" fmla="*/ 1620 w 1799"/>
              <a:gd name="T77" fmla="*/ 421 h 664"/>
              <a:gd name="T78" fmla="*/ 1686 w 1799"/>
              <a:gd name="T79" fmla="*/ 393 h 664"/>
              <a:gd name="T80" fmla="*/ 1713 w 1799"/>
              <a:gd name="T81" fmla="*/ 326 h 664"/>
              <a:gd name="T82" fmla="*/ 1686 w 1799"/>
              <a:gd name="T83" fmla="*/ 259 h 664"/>
              <a:gd name="T84" fmla="*/ 1620 w 1799"/>
              <a:gd name="T85" fmla="*/ 232 h 664"/>
              <a:gd name="T86" fmla="*/ 1555 w 1799"/>
              <a:gd name="T87" fmla="*/ 259 h 664"/>
              <a:gd name="T88" fmla="*/ 1528 w 1799"/>
              <a:gd name="T89" fmla="*/ 326 h 664"/>
              <a:gd name="T90" fmla="*/ 1555 w 1799"/>
              <a:gd name="T91" fmla="*/ 393 h 664"/>
              <a:gd name="T92" fmla="*/ 1620 w 1799"/>
              <a:gd name="T93" fmla="*/ 421 h 664"/>
              <a:gd name="T94" fmla="*/ 88 w 1799"/>
              <a:gd name="T95" fmla="*/ 158 h 664"/>
              <a:gd name="T96" fmla="*/ 236 w 1799"/>
              <a:gd name="T97" fmla="*/ 158 h 664"/>
              <a:gd name="T98" fmla="*/ 392 w 1799"/>
              <a:gd name="T99" fmla="*/ 373 h 664"/>
              <a:gd name="T100" fmla="*/ 550 w 1799"/>
              <a:gd name="T101" fmla="*/ 158 h 664"/>
              <a:gd name="T102" fmla="*/ 354 w 1799"/>
              <a:gd name="T103" fmla="*/ 495 h 664"/>
              <a:gd name="T104" fmla="*/ 192 w 1799"/>
              <a:gd name="T105" fmla="*/ 495 h 664"/>
              <a:gd name="T106" fmla="*/ 0 w 1799"/>
              <a:gd name="T107" fmla="*/ 158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99" h="664">
                <a:moveTo>
                  <a:pt x="610" y="158"/>
                </a:moveTo>
                <a:cubicBezTo>
                  <a:pt x="698" y="158"/>
                  <a:pt x="698" y="158"/>
                  <a:pt x="698" y="158"/>
                </a:cubicBezTo>
                <a:cubicBezTo>
                  <a:pt x="698" y="496"/>
                  <a:pt x="698" y="496"/>
                  <a:pt x="698" y="496"/>
                </a:cubicBezTo>
                <a:cubicBezTo>
                  <a:pt x="610" y="496"/>
                  <a:pt x="610" y="496"/>
                  <a:pt x="610" y="496"/>
                </a:cubicBezTo>
                <a:lnTo>
                  <a:pt x="610" y="158"/>
                </a:lnTo>
                <a:close/>
                <a:moveTo>
                  <a:pt x="664" y="7"/>
                </a:moveTo>
                <a:cubicBezTo>
                  <a:pt x="637" y="0"/>
                  <a:pt x="609" y="16"/>
                  <a:pt x="602" y="43"/>
                </a:cubicBezTo>
                <a:cubicBezTo>
                  <a:pt x="595" y="70"/>
                  <a:pt x="611" y="98"/>
                  <a:pt x="638" y="105"/>
                </a:cubicBezTo>
                <a:cubicBezTo>
                  <a:pt x="665" y="112"/>
                  <a:pt x="693" y="96"/>
                  <a:pt x="700" y="69"/>
                </a:cubicBezTo>
                <a:cubicBezTo>
                  <a:pt x="707" y="42"/>
                  <a:pt x="691" y="14"/>
                  <a:pt x="664" y="7"/>
                </a:cubicBezTo>
                <a:close/>
                <a:moveTo>
                  <a:pt x="969" y="503"/>
                </a:moveTo>
                <a:cubicBezTo>
                  <a:pt x="946" y="503"/>
                  <a:pt x="926" y="499"/>
                  <a:pt x="907" y="491"/>
                </a:cubicBezTo>
                <a:cubicBezTo>
                  <a:pt x="889" y="482"/>
                  <a:pt x="874" y="470"/>
                  <a:pt x="863" y="455"/>
                </a:cubicBezTo>
                <a:cubicBezTo>
                  <a:pt x="863" y="664"/>
                  <a:pt x="863" y="664"/>
                  <a:pt x="863" y="664"/>
                </a:cubicBezTo>
                <a:cubicBezTo>
                  <a:pt x="777" y="664"/>
                  <a:pt x="777" y="664"/>
                  <a:pt x="777" y="664"/>
                </a:cubicBezTo>
                <a:cubicBezTo>
                  <a:pt x="777" y="158"/>
                  <a:pt x="777" y="158"/>
                  <a:pt x="777" y="158"/>
                </a:cubicBezTo>
                <a:cubicBezTo>
                  <a:pt x="862" y="158"/>
                  <a:pt x="862" y="158"/>
                  <a:pt x="862" y="158"/>
                </a:cubicBezTo>
                <a:cubicBezTo>
                  <a:pt x="862" y="205"/>
                  <a:pt x="862" y="205"/>
                  <a:pt x="862" y="205"/>
                </a:cubicBezTo>
                <a:cubicBezTo>
                  <a:pt x="874" y="188"/>
                  <a:pt x="888" y="175"/>
                  <a:pt x="907" y="166"/>
                </a:cubicBezTo>
                <a:cubicBezTo>
                  <a:pt x="925" y="156"/>
                  <a:pt x="946" y="151"/>
                  <a:pt x="969" y="151"/>
                </a:cubicBezTo>
                <a:cubicBezTo>
                  <a:pt x="990" y="151"/>
                  <a:pt x="1010" y="155"/>
                  <a:pt x="1030" y="163"/>
                </a:cubicBezTo>
                <a:cubicBezTo>
                  <a:pt x="1050" y="172"/>
                  <a:pt x="1067" y="183"/>
                  <a:pt x="1082" y="199"/>
                </a:cubicBezTo>
                <a:cubicBezTo>
                  <a:pt x="1097" y="214"/>
                  <a:pt x="1109" y="233"/>
                  <a:pt x="1118" y="254"/>
                </a:cubicBezTo>
                <a:cubicBezTo>
                  <a:pt x="1127" y="276"/>
                  <a:pt x="1131" y="300"/>
                  <a:pt x="1131" y="327"/>
                </a:cubicBezTo>
                <a:cubicBezTo>
                  <a:pt x="1131" y="354"/>
                  <a:pt x="1127" y="378"/>
                  <a:pt x="1118" y="400"/>
                </a:cubicBezTo>
                <a:cubicBezTo>
                  <a:pt x="1108" y="421"/>
                  <a:pt x="1096" y="440"/>
                  <a:pt x="1081" y="455"/>
                </a:cubicBezTo>
                <a:cubicBezTo>
                  <a:pt x="1066" y="471"/>
                  <a:pt x="1049" y="482"/>
                  <a:pt x="1030" y="491"/>
                </a:cubicBezTo>
                <a:cubicBezTo>
                  <a:pt x="1010" y="499"/>
                  <a:pt x="990" y="503"/>
                  <a:pt x="969" y="503"/>
                </a:cubicBezTo>
                <a:close/>
                <a:moveTo>
                  <a:pt x="952" y="421"/>
                </a:moveTo>
                <a:cubicBezTo>
                  <a:pt x="965" y="421"/>
                  <a:pt x="977" y="419"/>
                  <a:pt x="988" y="414"/>
                </a:cubicBezTo>
                <a:cubicBezTo>
                  <a:pt x="999" y="409"/>
                  <a:pt x="1009" y="402"/>
                  <a:pt x="1018" y="394"/>
                </a:cubicBezTo>
                <a:cubicBezTo>
                  <a:pt x="1026" y="385"/>
                  <a:pt x="1033" y="375"/>
                  <a:pt x="1038" y="364"/>
                </a:cubicBezTo>
                <a:cubicBezTo>
                  <a:pt x="1043" y="352"/>
                  <a:pt x="1045" y="340"/>
                  <a:pt x="1045" y="326"/>
                </a:cubicBezTo>
                <a:cubicBezTo>
                  <a:pt x="1045" y="313"/>
                  <a:pt x="1043" y="301"/>
                  <a:pt x="1038" y="289"/>
                </a:cubicBezTo>
                <a:cubicBezTo>
                  <a:pt x="1033" y="278"/>
                  <a:pt x="1026" y="268"/>
                  <a:pt x="1018" y="259"/>
                </a:cubicBezTo>
                <a:cubicBezTo>
                  <a:pt x="1009" y="251"/>
                  <a:pt x="999" y="244"/>
                  <a:pt x="988" y="239"/>
                </a:cubicBezTo>
                <a:cubicBezTo>
                  <a:pt x="977" y="234"/>
                  <a:pt x="965" y="231"/>
                  <a:pt x="952" y="231"/>
                </a:cubicBezTo>
                <a:cubicBezTo>
                  <a:pt x="938" y="231"/>
                  <a:pt x="926" y="234"/>
                  <a:pt x="915" y="239"/>
                </a:cubicBezTo>
                <a:cubicBezTo>
                  <a:pt x="903" y="244"/>
                  <a:pt x="893" y="251"/>
                  <a:pt x="885" y="259"/>
                </a:cubicBezTo>
                <a:cubicBezTo>
                  <a:pt x="877" y="268"/>
                  <a:pt x="870" y="278"/>
                  <a:pt x="865" y="289"/>
                </a:cubicBezTo>
                <a:cubicBezTo>
                  <a:pt x="860" y="301"/>
                  <a:pt x="858" y="313"/>
                  <a:pt x="858" y="326"/>
                </a:cubicBezTo>
                <a:cubicBezTo>
                  <a:pt x="858" y="340"/>
                  <a:pt x="860" y="352"/>
                  <a:pt x="865" y="364"/>
                </a:cubicBezTo>
                <a:cubicBezTo>
                  <a:pt x="870" y="375"/>
                  <a:pt x="877" y="385"/>
                  <a:pt x="885" y="394"/>
                </a:cubicBezTo>
                <a:cubicBezTo>
                  <a:pt x="893" y="402"/>
                  <a:pt x="903" y="409"/>
                  <a:pt x="915" y="414"/>
                </a:cubicBezTo>
                <a:cubicBezTo>
                  <a:pt x="926" y="419"/>
                  <a:pt x="938" y="421"/>
                  <a:pt x="952" y="421"/>
                </a:cubicBezTo>
                <a:close/>
                <a:moveTo>
                  <a:pt x="1194" y="158"/>
                </a:moveTo>
                <a:cubicBezTo>
                  <a:pt x="1279" y="158"/>
                  <a:pt x="1279" y="158"/>
                  <a:pt x="1279" y="158"/>
                </a:cubicBezTo>
                <a:cubicBezTo>
                  <a:pt x="1279" y="210"/>
                  <a:pt x="1279" y="210"/>
                  <a:pt x="1279" y="210"/>
                </a:cubicBezTo>
                <a:cubicBezTo>
                  <a:pt x="1287" y="190"/>
                  <a:pt x="1299" y="175"/>
                  <a:pt x="1315" y="166"/>
                </a:cubicBezTo>
                <a:cubicBezTo>
                  <a:pt x="1331" y="157"/>
                  <a:pt x="1350" y="152"/>
                  <a:pt x="1372" y="152"/>
                </a:cubicBezTo>
                <a:cubicBezTo>
                  <a:pt x="1383" y="152"/>
                  <a:pt x="1394" y="153"/>
                  <a:pt x="1403" y="156"/>
                </a:cubicBezTo>
                <a:cubicBezTo>
                  <a:pt x="1413" y="158"/>
                  <a:pt x="1422" y="161"/>
                  <a:pt x="1429" y="165"/>
                </a:cubicBezTo>
                <a:cubicBezTo>
                  <a:pt x="1397" y="250"/>
                  <a:pt x="1397" y="250"/>
                  <a:pt x="1397" y="250"/>
                </a:cubicBezTo>
                <a:cubicBezTo>
                  <a:pt x="1393" y="247"/>
                  <a:pt x="1387" y="244"/>
                  <a:pt x="1379" y="242"/>
                </a:cubicBezTo>
                <a:cubicBezTo>
                  <a:pt x="1371" y="239"/>
                  <a:pt x="1362" y="238"/>
                  <a:pt x="1352" y="238"/>
                </a:cubicBezTo>
                <a:cubicBezTo>
                  <a:pt x="1330" y="238"/>
                  <a:pt x="1313" y="244"/>
                  <a:pt x="1299" y="257"/>
                </a:cubicBezTo>
                <a:cubicBezTo>
                  <a:pt x="1286" y="269"/>
                  <a:pt x="1279" y="289"/>
                  <a:pt x="1279" y="318"/>
                </a:cubicBezTo>
                <a:cubicBezTo>
                  <a:pt x="1279" y="496"/>
                  <a:pt x="1279" y="496"/>
                  <a:pt x="1279" y="496"/>
                </a:cubicBezTo>
                <a:cubicBezTo>
                  <a:pt x="1194" y="496"/>
                  <a:pt x="1194" y="496"/>
                  <a:pt x="1194" y="496"/>
                </a:cubicBezTo>
                <a:lnTo>
                  <a:pt x="1194" y="158"/>
                </a:lnTo>
                <a:close/>
                <a:moveTo>
                  <a:pt x="1620" y="503"/>
                </a:moveTo>
                <a:cubicBezTo>
                  <a:pt x="1594" y="503"/>
                  <a:pt x="1571" y="498"/>
                  <a:pt x="1549" y="489"/>
                </a:cubicBezTo>
                <a:cubicBezTo>
                  <a:pt x="1527" y="480"/>
                  <a:pt x="1508" y="467"/>
                  <a:pt x="1492" y="451"/>
                </a:cubicBezTo>
                <a:cubicBezTo>
                  <a:pt x="1476" y="435"/>
                  <a:pt x="1464" y="416"/>
                  <a:pt x="1455" y="395"/>
                </a:cubicBezTo>
                <a:cubicBezTo>
                  <a:pt x="1446" y="374"/>
                  <a:pt x="1441" y="351"/>
                  <a:pt x="1441" y="327"/>
                </a:cubicBezTo>
                <a:cubicBezTo>
                  <a:pt x="1441" y="303"/>
                  <a:pt x="1446" y="280"/>
                  <a:pt x="1455" y="258"/>
                </a:cubicBezTo>
                <a:cubicBezTo>
                  <a:pt x="1464" y="237"/>
                  <a:pt x="1476" y="218"/>
                  <a:pt x="1492" y="202"/>
                </a:cubicBezTo>
                <a:cubicBezTo>
                  <a:pt x="1508" y="187"/>
                  <a:pt x="1527" y="174"/>
                  <a:pt x="1549" y="165"/>
                </a:cubicBezTo>
                <a:cubicBezTo>
                  <a:pt x="1571" y="156"/>
                  <a:pt x="1594" y="151"/>
                  <a:pt x="1620" y="151"/>
                </a:cubicBezTo>
                <a:cubicBezTo>
                  <a:pt x="1645" y="151"/>
                  <a:pt x="1668" y="156"/>
                  <a:pt x="1690" y="165"/>
                </a:cubicBezTo>
                <a:cubicBezTo>
                  <a:pt x="1712" y="174"/>
                  <a:pt x="1731" y="187"/>
                  <a:pt x="1747" y="202"/>
                </a:cubicBezTo>
                <a:cubicBezTo>
                  <a:pt x="1763" y="218"/>
                  <a:pt x="1776" y="237"/>
                  <a:pt x="1785" y="258"/>
                </a:cubicBezTo>
                <a:cubicBezTo>
                  <a:pt x="1794" y="280"/>
                  <a:pt x="1799" y="303"/>
                  <a:pt x="1799" y="327"/>
                </a:cubicBezTo>
                <a:cubicBezTo>
                  <a:pt x="1799" y="351"/>
                  <a:pt x="1794" y="374"/>
                  <a:pt x="1785" y="395"/>
                </a:cubicBezTo>
                <a:cubicBezTo>
                  <a:pt x="1776" y="416"/>
                  <a:pt x="1763" y="435"/>
                  <a:pt x="1747" y="451"/>
                </a:cubicBezTo>
                <a:cubicBezTo>
                  <a:pt x="1731" y="467"/>
                  <a:pt x="1713" y="480"/>
                  <a:pt x="1691" y="489"/>
                </a:cubicBezTo>
                <a:cubicBezTo>
                  <a:pt x="1669" y="498"/>
                  <a:pt x="1645" y="503"/>
                  <a:pt x="1620" y="503"/>
                </a:cubicBezTo>
                <a:close/>
                <a:moveTo>
                  <a:pt x="1620" y="421"/>
                </a:moveTo>
                <a:cubicBezTo>
                  <a:pt x="1633" y="421"/>
                  <a:pt x="1645" y="418"/>
                  <a:pt x="1657" y="413"/>
                </a:cubicBezTo>
                <a:cubicBezTo>
                  <a:pt x="1668" y="408"/>
                  <a:pt x="1678" y="402"/>
                  <a:pt x="1686" y="393"/>
                </a:cubicBezTo>
                <a:cubicBezTo>
                  <a:pt x="1694" y="385"/>
                  <a:pt x="1701" y="375"/>
                  <a:pt x="1706" y="364"/>
                </a:cubicBezTo>
                <a:cubicBezTo>
                  <a:pt x="1711" y="352"/>
                  <a:pt x="1713" y="340"/>
                  <a:pt x="1713" y="326"/>
                </a:cubicBezTo>
                <a:cubicBezTo>
                  <a:pt x="1713" y="313"/>
                  <a:pt x="1711" y="301"/>
                  <a:pt x="1706" y="289"/>
                </a:cubicBezTo>
                <a:cubicBezTo>
                  <a:pt x="1701" y="278"/>
                  <a:pt x="1694" y="268"/>
                  <a:pt x="1686" y="259"/>
                </a:cubicBezTo>
                <a:cubicBezTo>
                  <a:pt x="1678" y="251"/>
                  <a:pt x="1668" y="244"/>
                  <a:pt x="1657" y="239"/>
                </a:cubicBezTo>
                <a:cubicBezTo>
                  <a:pt x="1645" y="234"/>
                  <a:pt x="1633" y="232"/>
                  <a:pt x="1620" y="232"/>
                </a:cubicBezTo>
                <a:cubicBezTo>
                  <a:pt x="1607" y="232"/>
                  <a:pt x="1595" y="234"/>
                  <a:pt x="1584" y="239"/>
                </a:cubicBezTo>
                <a:cubicBezTo>
                  <a:pt x="1573" y="244"/>
                  <a:pt x="1563" y="251"/>
                  <a:pt x="1555" y="259"/>
                </a:cubicBezTo>
                <a:cubicBezTo>
                  <a:pt x="1546" y="268"/>
                  <a:pt x="1540" y="278"/>
                  <a:pt x="1535" y="289"/>
                </a:cubicBezTo>
                <a:cubicBezTo>
                  <a:pt x="1530" y="301"/>
                  <a:pt x="1528" y="313"/>
                  <a:pt x="1528" y="326"/>
                </a:cubicBezTo>
                <a:cubicBezTo>
                  <a:pt x="1528" y="340"/>
                  <a:pt x="1530" y="352"/>
                  <a:pt x="1535" y="364"/>
                </a:cubicBezTo>
                <a:cubicBezTo>
                  <a:pt x="1540" y="375"/>
                  <a:pt x="1546" y="385"/>
                  <a:pt x="1555" y="393"/>
                </a:cubicBezTo>
                <a:cubicBezTo>
                  <a:pt x="1563" y="402"/>
                  <a:pt x="1573" y="408"/>
                  <a:pt x="1584" y="413"/>
                </a:cubicBezTo>
                <a:cubicBezTo>
                  <a:pt x="1595" y="418"/>
                  <a:pt x="1607" y="421"/>
                  <a:pt x="1620" y="421"/>
                </a:cubicBezTo>
                <a:close/>
                <a:moveTo>
                  <a:pt x="0" y="158"/>
                </a:moveTo>
                <a:cubicBezTo>
                  <a:pt x="88" y="158"/>
                  <a:pt x="88" y="158"/>
                  <a:pt x="88" y="158"/>
                </a:cubicBezTo>
                <a:cubicBezTo>
                  <a:pt x="156" y="373"/>
                  <a:pt x="156" y="373"/>
                  <a:pt x="156" y="373"/>
                </a:cubicBezTo>
                <a:cubicBezTo>
                  <a:pt x="236" y="158"/>
                  <a:pt x="236" y="158"/>
                  <a:pt x="236" y="158"/>
                </a:cubicBezTo>
                <a:cubicBezTo>
                  <a:pt x="313" y="158"/>
                  <a:pt x="313" y="158"/>
                  <a:pt x="313" y="158"/>
                </a:cubicBezTo>
                <a:cubicBezTo>
                  <a:pt x="392" y="373"/>
                  <a:pt x="392" y="373"/>
                  <a:pt x="392" y="373"/>
                </a:cubicBezTo>
                <a:cubicBezTo>
                  <a:pt x="462" y="158"/>
                  <a:pt x="462" y="158"/>
                  <a:pt x="462" y="158"/>
                </a:cubicBezTo>
                <a:cubicBezTo>
                  <a:pt x="550" y="158"/>
                  <a:pt x="550" y="158"/>
                  <a:pt x="550" y="158"/>
                </a:cubicBezTo>
                <a:cubicBezTo>
                  <a:pt x="435" y="495"/>
                  <a:pt x="435" y="495"/>
                  <a:pt x="435" y="495"/>
                </a:cubicBezTo>
                <a:cubicBezTo>
                  <a:pt x="354" y="495"/>
                  <a:pt x="354" y="495"/>
                  <a:pt x="354" y="49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192" y="495"/>
                  <a:pt x="192" y="495"/>
                  <a:pt x="192" y="495"/>
                </a:cubicBezTo>
                <a:cubicBezTo>
                  <a:pt x="110" y="495"/>
                  <a:pt x="110" y="495"/>
                  <a:pt x="110" y="495"/>
                </a:cubicBezTo>
                <a:lnTo>
                  <a:pt x="0" y="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7C632-CA85-0A96-4C14-AE860FDD3706}"/>
              </a:ext>
            </a:extLst>
          </p:cNvPr>
          <p:cNvSpPr txBox="1"/>
          <p:nvPr/>
        </p:nvSpPr>
        <p:spPr>
          <a:xfrm>
            <a:off x="724662" y="1596891"/>
            <a:ext cx="8858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Enhanced readability and simplified analysis of generated Rsyslog and Audit log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9FBF-DD48-F856-1CC5-22C1168D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8FC6E4-58C0-4A24-5966-D716D2C4D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790" y="586289"/>
            <a:ext cx="6603124" cy="367996"/>
          </a:xfrm>
        </p:spPr>
        <p:txBody>
          <a:bodyPr>
            <a:noAutofit/>
          </a:bodyPr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0FD476-B321-D2B4-AE86-FA84EB88B4A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5790" y="1187907"/>
            <a:ext cx="6603124" cy="36327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IN" sz="2800" dirty="0"/>
              <a:t> 1. Readability Issues</a:t>
            </a:r>
          </a:p>
          <a:p>
            <a:pPr>
              <a:spcBef>
                <a:spcPts val="0"/>
              </a:spcBef>
            </a:pPr>
            <a:r>
              <a:rPr lang="en-IN" sz="2800" dirty="0"/>
              <a:t>  - Epoch timestamps</a:t>
            </a:r>
            <a:br>
              <a:rPr lang="en-IN" sz="2800" dirty="0"/>
            </a:br>
            <a:r>
              <a:rPr lang="en-IN" sz="2800" dirty="0"/>
              <a:t>  - Encoded values </a:t>
            </a:r>
          </a:p>
          <a:p>
            <a:pPr>
              <a:spcBef>
                <a:spcPts val="0"/>
              </a:spcBef>
            </a:pPr>
            <a:r>
              <a:rPr lang="en-IN" sz="2800" dirty="0"/>
              <a:t>  - No human-friendly labels </a:t>
            </a:r>
          </a:p>
          <a:p>
            <a:pPr>
              <a:spcBef>
                <a:spcPts val="0"/>
              </a:spcBef>
            </a:pPr>
            <a:r>
              <a:rPr lang="en-IN" sz="2800" dirty="0"/>
              <a:t>  - Multi-line events</a:t>
            </a:r>
          </a:p>
          <a:p>
            <a:pPr>
              <a:spcBef>
                <a:spcPts val="0"/>
              </a:spcBef>
            </a:pPr>
            <a:endParaRPr lang="en-IN" sz="2800" dirty="0"/>
          </a:p>
          <a:p>
            <a:pPr>
              <a:spcBef>
                <a:spcPts val="0"/>
              </a:spcBef>
            </a:pPr>
            <a:r>
              <a:rPr lang="en-IN" sz="2800" dirty="0"/>
              <a:t> 2. Correlation Difficulties</a:t>
            </a:r>
          </a:p>
          <a:p>
            <a:pPr>
              <a:spcBef>
                <a:spcPts val="0"/>
              </a:spcBef>
            </a:pPr>
            <a:r>
              <a:rPr lang="en-IN" sz="2800" dirty="0"/>
              <a:t>  - No grouping</a:t>
            </a:r>
            <a:br>
              <a:rPr lang="en-IN" sz="2800" dirty="0"/>
            </a:br>
            <a:r>
              <a:rPr lang="en-IN" sz="2800" dirty="0"/>
              <a:t>  - Session tracking is manual</a:t>
            </a:r>
          </a:p>
          <a:p>
            <a:pPr>
              <a:spcBef>
                <a:spcPts val="0"/>
              </a:spcBef>
            </a:pPr>
            <a:endParaRPr lang="en-IN" sz="2800" dirty="0"/>
          </a:p>
          <a:p>
            <a:pPr>
              <a:spcBef>
                <a:spcPts val="0"/>
              </a:spcBef>
            </a:pPr>
            <a:r>
              <a:rPr lang="en-IN" sz="2800" dirty="0"/>
              <a:t> 3. Missing Context (Gaps)</a:t>
            </a:r>
          </a:p>
          <a:p>
            <a:pPr>
              <a:spcBef>
                <a:spcPts val="0"/>
              </a:spcBef>
            </a:pPr>
            <a:r>
              <a:rPr lang="en-IN" sz="2800" dirty="0"/>
              <a:t>  - No geolocation or source enrichment</a:t>
            </a:r>
            <a:br>
              <a:rPr lang="en-IN" sz="2800" dirty="0"/>
            </a:br>
            <a:r>
              <a:rPr lang="en-IN" sz="2800" dirty="0"/>
              <a:t>  - No risk scoring</a:t>
            </a:r>
          </a:p>
          <a:p>
            <a:pPr>
              <a:spcBef>
                <a:spcPts val="0"/>
              </a:spcBef>
            </a:pPr>
            <a:r>
              <a:rPr lang="en-IN" sz="2800" dirty="0"/>
              <a:t>  - No severity levels</a:t>
            </a:r>
          </a:p>
          <a:p>
            <a:endParaRPr lang="en-US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90AA95C5-09DB-96C4-EF11-6D741E154633}"/>
              </a:ext>
            </a:extLst>
          </p:cNvPr>
          <p:cNvSpPr>
            <a:spLocks noEditPoints="1"/>
          </p:cNvSpPr>
          <p:nvPr/>
        </p:nvSpPr>
        <p:spPr bwMode="auto">
          <a:xfrm>
            <a:off x="11014416" y="261386"/>
            <a:ext cx="703014" cy="260340"/>
          </a:xfrm>
          <a:custGeom>
            <a:avLst/>
            <a:gdLst>
              <a:gd name="T0" fmla="*/ 698 w 1799"/>
              <a:gd name="T1" fmla="*/ 158 h 664"/>
              <a:gd name="T2" fmla="*/ 610 w 1799"/>
              <a:gd name="T3" fmla="*/ 496 h 664"/>
              <a:gd name="T4" fmla="*/ 664 w 1799"/>
              <a:gd name="T5" fmla="*/ 7 h 664"/>
              <a:gd name="T6" fmla="*/ 638 w 1799"/>
              <a:gd name="T7" fmla="*/ 105 h 664"/>
              <a:gd name="T8" fmla="*/ 664 w 1799"/>
              <a:gd name="T9" fmla="*/ 7 h 664"/>
              <a:gd name="T10" fmla="*/ 907 w 1799"/>
              <a:gd name="T11" fmla="*/ 491 h 664"/>
              <a:gd name="T12" fmla="*/ 863 w 1799"/>
              <a:gd name="T13" fmla="*/ 664 h 664"/>
              <a:gd name="T14" fmla="*/ 777 w 1799"/>
              <a:gd name="T15" fmla="*/ 158 h 664"/>
              <a:gd name="T16" fmla="*/ 862 w 1799"/>
              <a:gd name="T17" fmla="*/ 205 h 664"/>
              <a:gd name="T18" fmla="*/ 969 w 1799"/>
              <a:gd name="T19" fmla="*/ 151 h 664"/>
              <a:gd name="T20" fmla="*/ 1082 w 1799"/>
              <a:gd name="T21" fmla="*/ 199 h 664"/>
              <a:gd name="T22" fmla="*/ 1131 w 1799"/>
              <a:gd name="T23" fmla="*/ 327 h 664"/>
              <a:gd name="T24" fmla="*/ 1081 w 1799"/>
              <a:gd name="T25" fmla="*/ 455 h 664"/>
              <a:gd name="T26" fmla="*/ 969 w 1799"/>
              <a:gd name="T27" fmla="*/ 503 h 664"/>
              <a:gd name="T28" fmla="*/ 988 w 1799"/>
              <a:gd name="T29" fmla="*/ 414 h 664"/>
              <a:gd name="T30" fmla="*/ 1038 w 1799"/>
              <a:gd name="T31" fmla="*/ 364 h 664"/>
              <a:gd name="T32" fmla="*/ 1038 w 1799"/>
              <a:gd name="T33" fmla="*/ 289 h 664"/>
              <a:gd name="T34" fmla="*/ 988 w 1799"/>
              <a:gd name="T35" fmla="*/ 239 h 664"/>
              <a:gd name="T36" fmla="*/ 915 w 1799"/>
              <a:gd name="T37" fmla="*/ 239 h 664"/>
              <a:gd name="T38" fmla="*/ 865 w 1799"/>
              <a:gd name="T39" fmla="*/ 289 h 664"/>
              <a:gd name="T40" fmla="*/ 865 w 1799"/>
              <a:gd name="T41" fmla="*/ 364 h 664"/>
              <a:gd name="T42" fmla="*/ 915 w 1799"/>
              <a:gd name="T43" fmla="*/ 414 h 664"/>
              <a:gd name="T44" fmla="*/ 1194 w 1799"/>
              <a:gd name="T45" fmla="*/ 158 h 664"/>
              <a:gd name="T46" fmla="*/ 1279 w 1799"/>
              <a:gd name="T47" fmla="*/ 210 h 664"/>
              <a:gd name="T48" fmla="*/ 1372 w 1799"/>
              <a:gd name="T49" fmla="*/ 152 h 664"/>
              <a:gd name="T50" fmla="*/ 1429 w 1799"/>
              <a:gd name="T51" fmla="*/ 165 h 664"/>
              <a:gd name="T52" fmla="*/ 1379 w 1799"/>
              <a:gd name="T53" fmla="*/ 242 h 664"/>
              <a:gd name="T54" fmla="*/ 1299 w 1799"/>
              <a:gd name="T55" fmla="*/ 257 h 664"/>
              <a:gd name="T56" fmla="*/ 1279 w 1799"/>
              <a:gd name="T57" fmla="*/ 496 h 664"/>
              <a:gd name="T58" fmla="*/ 1194 w 1799"/>
              <a:gd name="T59" fmla="*/ 158 h 664"/>
              <a:gd name="T60" fmla="*/ 1549 w 1799"/>
              <a:gd name="T61" fmla="*/ 489 h 664"/>
              <a:gd name="T62" fmla="*/ 1455 w 1799"/>
              <a:gd name="T63" fmla="*/ 395 h 664"/>
              <a:gd name="T64" fmla="*/ 1455 w 1799"/>
              <a:gd name="T65" fmla="*/ 258 h 664"/>
              <a:gd name="T66" fmla="*/ 1549 w 1799"/>
              <a:gd name="T67" fmla="*/ 165 h 664"/>
              <a:gd name="T68" fmla="*/ 1690 w 1799"/>
              <a:gd name="T69" fmla="*/ 165 h 664"/>
              <a:gd name="T70" fmla="*/ 1785 w 1799"/>
              <a:gd name="T71" fmla="*/ 258 h 664"/>
              <a:gd name="T72" fmla="*/ 1785 w 1799"/>
              <a:gd name="T73" fmla="*/ 395 h 664"/>
              <a:gd name="T74" fmla="*/ 1691 w 1799"/>
              <a:gd name="T75" fmla="*/ 489 h 664"/>
              <a:gd name="T76" fmla="*/ 1620 w 1799"/>
              <a:gd name="T77" fmla="*/ 421 h 664"/>
              <a:gd name="T78" fmla="*/ 1686 w 1799"/>
              <a:gd name="T79" fmla="*/ 393 h 664"/>
              <a:gd name="T80" fmla="*/ 1713 w 1799"/>
              <a:gd name="T81" fmla="*/ 326 h 664"/>
              <a:gd name="T82" fmla="*/ 1686 w 1799"/>
              <a:gd name="T83" fmla="*/ 259 h 664"/>
              <a:gd name="T84" fmla="*/ 1620 w 1799"/>
              <a:gd name="T85" fmla="*/ 232 h 664"/>
              <a:gd name="T86" fmla="*/ 1555 w 1799"/>
              <a:gd name="T87" fmla="*/ 259 h 664"/>
              <a:gd name="T88" fmla="*/ 1528 w 1799"/>
              <a:gd name="T89" fmla="*/ 326 h 664"/>
              <a:gd name="T90" fmla="*/ 1555 w 1799"/>
              <a:gd name="T91" fmla="*/ 393 h 664"/>
              <a:gd name="T92" fmla="*/ 1620 w 1799"/>
              <a:gd name="T93" fmla="*/ 421 h 664"/>
              <a:gd name="T94" fmla="*/ 88 w 1799"/>
              <a:gd name="T95" fmla="*/ 158 h 664"/>
              <a:gd name="T96" fmla="*/ 236 w 1799"/>
              <a:gd name="T97" fmla="*/ 158 h 664"/>
              <a:gd name="T98" fmla="*/ 392 w 1799"/>
              <a:gd name="T99" fmla="*/ 373 h 664"/>
              <a:gd name="T100" fmla="*/ 550 w 1799"/>
              <a:gd name="T101" fmla="*/ 158 h 664"/>
              <a:gd name="T102" fmla="*/ 354 w 1799"/>
              <a:gd name="T103" fmla="*/ 495 h 664"/>
              <a:gd name="T104" fmla="*/ 192 w 1799"/>
              <a:gd name="T105" fmla="*/ 495 h 664"/>
              <a:gd name="T106" fmla="*/ 0 w 1799"/>
              <a:gd name="T107" fmla="*/ 158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99" h="664">
                <a:moveTo>
                  <a:pt x="610" y="158"/>
                </a:moveTo>
                <a:cubicBezTo>
                  <a:pt x="698" y="158"/>
                  <a:pt x="698" y="158"/>
                  <a:pt x="698" y="158"/>
                </a:cubicBezTo>
                <a:cubicBezTo>
                  <a:pt x="698" y="496"/>
                  <a:pt x="698" y="496"/>
                  <a:pt x="698" y="496"/>
                </a:cubicBezTo>
                <a:cubicBezTo>
                  <a:pt x="610" y="496"/>
                  <a:pt x="610" y="496"/>
                  <a:pt x="610" y="496"/>
                </a:cubicBezTo>
                <a:lnTo>
                  <a:pt x="610" y="158"/>
                </a:lnTo>
                <a:close/>
                <a:moveTo>
                  <a:pt x="664" y="7"/>
                </a:moveTo>
                <a:cubicBezTo>
                  <a:pt x="637" y="0"/>
                  <a:pt x="609" y="16"/>
                  <a:pt x="602" y="43"/>
                </a:cubicBezTo>
                <a:cubicBezTo>
                  <a:pt x="595" y="70"/>
                  <a:pt x="611" y="98"/>
                  <a:pt x="638" y="105"/>
                </a:cubicBezTo>
                <a:cubicBezTo>
                  <a:pt x="665" y="112"/>
                  <a:pt x="693" y="96"/>
                  <a:pt x="700" y="69"/>
                </a:cubicBezTo>
                <a:cubicBezTo>
                  <a:pt x="707" y="42"/>
                  <a:pt x="691" y="14"/>
                  <a:pt x="664" y="7"/>
                </a:cubicBezTo>
                <a:close/>
                <a:moveTo>
                  <a:pt x="969" y="503"/>
                </a:moveTo>
                <a:cubicBezTo>
                  <a:pt x="946" y="503"/>
                  <a:pt x="926" y="499"/>
                  <a:pt x="907" y="491"/>
                </a:cubicBezTo>
                <a:cubicBezTo>
                  <a:pt x="889" y="482"/>
                  <a:pt x="874" y="470"/>
                  <a:pt x="863" y="455"/>
                </a:cubicBezTo>
                <a:cubicBezTo>
                  <a:pt x="863" y="664"/>
                  <a:pt x="863" y="664"/>
                  <a:pt x="863" y="664"/>
                </a:cubicBezTo>
                <a:cubicBezTo>
                  <a:pt x="777" y="664"/>
                  <a:pt x="777" y="664"/>
                  <a:pt x="777" y="664"/>
                </a:cubicBezTo>
                <a:cubicBezTo>
                  <a:pt x="777" y="158"/>
                  <a:pt x="777" y="158"/>
                  <a:pt x="777" y="158"/>
                </a:cubicBezTo>
                <a:cubicBezTo>
                  <a:pt x="862" y="158"/>
                  <a:pt x="862" y="158"/>
                  <a:pt x="862" y="158"/>
                </a:cubicBezTo>
                <a:cubicBezTo>
                  <a:pt x="862" y="205"/>
                  <a:pt x="862" y="205"/>
                  <a:pt x="862" y="205"/>
                </a:cubicBezTo>
                <a:cubicBezTo>
                  <a:pt x="874" y="188"/>
                  <a:pt x="888" y="175"/>
                  <a:pt x="907" y="166"/>
                </a:cubicBezTo>
                <a:cubicBezTo>
                  <a:pt x="925" y="156"/>
                  <a:pt x="946" y="151"/>
                  <a:pt x="969" y="151"/>
                </a:cubicBezTo>
                <a:cubicBezTo>
                  <a:pt x="990" y="151"/>
                  <a:pt x="1010" y="155"/>
                  <a:pt x="1030" y="163"/>
                </a:cubicBezTo>
                <a:cubicBezTo>
                  <a:pt x="1050" y="172"/>
                  <a:pt x="1067" y="183"/>
                  <a:pt x="1082" y="199"/>
                </a:cubicBezTo>
                <a:cubicBezTo>
                  <a:pt x="1097" y="214"/>
                  <a:pt x="1109" y="233"/>
                  <a:pt x="1118" y="254"/>
                </a:cubicBezTo>
                <a:cubicBezTo>
                  <a:pt x="1127" y="276"/>
                  <a:pt x="1131" y="300"/>
                  <a:pt x="1131" y="327"/>
                </a:cubicBezTo>
                <a:cubicBezTo>
                  <a:pt x="1131" y="354"/>
                  <a:pt x="1127" y="378"/>
                  <a:pt x="1118" y="400"/>
                </a:cubicBezTo>
                <a:cubicBezTo>
                  <a:pt x="1108" y="421"/>
                  <a:pt x="1096" y="440"/>
                  <a:pt x="1081" y="455"/>
                </a:cubicBezTo>
                <a:cubicBezTo>
                  <a:pt x="1066" y="471"/>
                  <a:pt x="1049" y="482"/>
                  <a:pt x="1030" y="491"/>
                </a:cubicBezTo>
                <a:cubicBezTo>
                  <a:pt x="1010" y="499"/>
                  <a:pt x="990" y="503"/>
                  <a:pt x="969" y="503"/>
                </a:cubicBezTo>
                <a:close/>
                <a:moveTo>
                  <a:pt x="952" y="421"/>
                </a:moveTo>
                <a:cubicBezTo>
                  <a:pt x="965" y="421"/>
                  <a:pt x="977" y="419"/>
                  <a:pt x="988" y="414"/>
                </a:cubicBezTo>
                <a:cubicBezTo>
                  <a:pt x="999" y="409"/>
                  <a:pt x="1009" y="402"/>
                  <a:pt x="1018" y="394"/>
                </a:cubicBezTo>
                <a:cubicBezTo>
                  <a:pt x="1026" y="385"/>
                  <a:pt x="1033" y="375"/>
                  <a:pt x="1038" y="364"/>
                </a:cubicBezTo>
                <a:cubicBezTo>
                  <a:pt x="1043" y="352"/>
                  <a:pt x="1045" y="340"/>
                  <a:pt x="1045" y="326"/>
                </a:cubicBezTo>
                <a:cubicBezTo>
                  <a:pt x="1045" y="313"/>
                  <a:pt x="1043" y="301"/>
                  <a:pt x="1038" y="289"/>
                </a:cubicBezTo>
                <a:cubicBezTo>
                  <a:pt x="1033" y="278"/>
                  <a:pt x="1026" y="268"/>
                  <a:pt x="1018" y="259"/>
                </a:cubicBezTo>
                <a:cubicBezTo>
                  <a:pt x="1009" y="251"/>
                  <a:pt x="999" y="244"/>
                  <a:pt x="988" y="239"/>
                </a:cubicBezTo>
                <a:cubicBezTo>
                  <a:pt x="977" y="234"/>
                  <a:pt x="965" y="231"/>
                  <a:pt x="952" y="231"/>
                </a:cubicBezTo>
                <a:cubicBezTo>
                  <a:pt x="938" y="231"/>
                  <a:pt x="926" y="234"/>
                  <a:pt x="915" y="239"/>
                </a:cubicBezTo>
                <a:cubicBezTo>
                  <a:pt x="903" y="244"/>
                  <a:pt x="893" y="251"/>
                  <a:pt x="885" y="259"/>
                </a:cubicBezTo>
                <a:cubicBezTo>
                  <a:pt x="877" y="268"/>
                  <a:pt x="870" y="278"/>
                  <a:pt x="865" y="289"/>
                </a:cubicBezTo>
                <a:cubicBezTo>
                  <a:pt x="860" y="301"/>
                  <a:pt x="858" y="313"/>
                  <a:pt x="858" y="326"/>
                </a:cubicBezTo>
                <a:cubicBezTo>
                  <a:pt x="858" y="340"/>
                  <a:pt x="860" y="352"/>
                  <a:pt x="865" y="364"/>
                </a:cubicBezTo>
                <a:cubicBezTo>
                  <a:pt x="870" y="375"/>
                  <a:pt x="877" y="385"/>
                  <a:pt x="885" y="394"/>
                </a:cubicBezTo>
                <a:cubicBezTo>
                  <a:pt x="893" y="402"/>
                  <a:pt x="903" y="409"/>
                  <a:pt x="915" y="414"/>
                </a:cubicBezTo>
                <a:cubicBezTo>
                  <a:pt x="926" y="419"/>
                  <a:pt x="938" y="421"/>
                  <a:pt x="952" y="421"/>
                </a:cubicBezTo>
                <a:close/>
                <a:moveTo>
                  <a:pt x="1194" y="158"/>
                </a:moveTo>
                <a:cubicBezTo>
                  <a:pt x="1279" y="158"/>
                  <a:pt x="1279" y="158"/>
                  <a:pt x="1279" y="158"/>
                </a:cubicBezTo>
                <a:cubicBezTo>
                  <a:pt x="1279" y="210"/>
                  <a:pt x="1279" y="210"/>
                  <a:pt x="1279" y="210"/>
                </a:cubicBezTo>
                <a:cubicBezTo>
                  <a:pt x="1287" y="190"/>
                  <a:pt x="1299" y="175"/>
                  <a:pt x="1315" y="166"/>
                </a:cubicBezTo>
                <a:cubicBezTo>
                  <a:pt x="1331" y="157"/>
                  <a:pt x="1350" y="152"/>
                  <a:pt x="1372" y="152"/>
                </a:cubicBezTo>
                <a:cubicBezTo>
                  <a:pt x="1383" y="152"/>
                  <a:pt x="1394" y="153"/>
                  <a:pt x="1403" y="156"/>
                </a:cubicBezTo>
                <a:cubicBezTo>
                  <a:pt x="1413" y="158"/>
                  <a:pt x="1422" y="161"/>
                  <a:pt x="1429" y="165"/>
                </a:cubicBezTo>
                <a:cubicBezTo>
                  <a:pt x="1397" y="250"/>
                  <a:pt x="1397" y="250"/>
                  <a:pt x="1397" y="250"/>
                </a:cubicBezTo>
                <a:cubicBezTo>
                  <a:pt x="1393" y="247"/>
                  <a:pt x="1387" y="244"/>
                  <a:pt x="1379" y="242"/>
                </a:cubicBezTo>
                <a:cubicBezTo>
                  <a:pt x="1371" y="239"/>
                  <a:pt x="1362" y="238"/>
                  <a:pt x="1352" y="238"/>
                </a:cubicBezTo>
                <a:cubicBezTo>
                  <a:pt x="1330" y="238"/>
                  <a:pt x="1313" y="244"/>
                  <a:pt x="1299" y="257"/>
                </a:cubicBezTo>
                <a:cubicBezTo>
                  <a:pt x="1286" y="269"/>
                  <a:pt x="1279" y="289"/>
                  <a:pt x="1279" y="318"/>
                </a:cubicBezTo>
                <a:cubicBezTo>
                  <a:pt x="1279" y="496"/>
                  <a:pt x="1279" y="496"/>
                  <a:pt x="1279" y="496"/>
                </a:cubicBezTo>
                <a:cubicBezTo>
                  <a:pt x="1194" y="496"/>
                  <a:pt x="1194" y="496"/>
                  <a:pt x="1194" y="496"/>
                </a:cubicBezTo>
                <a:lnTo>
                  <a:pt x="1194" y="158"/>
                </a:lnTo>
                <a:close/>
                <a:moveTo>
                  <a:pt x="1620" y="503"/>
                </a:moveTo>
                <a:cubicBezTo>
                  <a:pt x="1594" y="503"/>
                  <a:pt x="1571" y="498"/>
                  <a:pt x="1549" y="489"/>
                </a:cubicBezTo>
                <a:cubicBezTo>
                  <a:pt x="1527" y="480"/>
                  <a:pt x="1508" y="467"/>
                  <a:pt x="1492" y="451"/>
                </a:cubicBezTo>
                <a:cubicBezTo>
                  <a:pt x="1476" y="435"/>
                  <a:pt x="1464" y="416"/>
                  <a:pt x="1455" y="395"/>
                </a:cubicBezTo>
                <a:cubicBezTo>
                  <a:pt x="1446" y="374"/>
                  <a:pt x="1441" y="351"/>
                  <a:pt x="1441" y="327"/>
                </a:cubicBezTo>
                <a:cubicBezTo>
                  <a:pt x="1441" y="303"/>
                  <a:pt x="1446" y="280"/>
                  <a:pt x="1455" y="258"/>
                </a:cubicBezTo>
                <a:cubicBezTo>
                  <a:pt x="1464" y="237"/>
                  <a:pt x="1476" y="218"/>
                  <a:pt x="1492" y="202"/>
                </a:cubicBezTo>
                <a:cubicBezTo>
                  <a:pt x="1508" y="187"/>
                  <a:pt x="1527" y="174"/>
                  <a:pt x="1549" y="165"/>
                </a:cubicBezTo>
                <a:cubicBezTo>
                  <a:pt x="1571" y="156"/>
                  <a:pt x="1594" y="151"/>
                  <a:pt x="1620" y="151"/>
                </a:cubicBezTo>
                <a:cubicBezTo>
                  <a:pt x="1645" y="151"/>
                  <a:pt x="1668" y="156"/>
                  <a:pt x="1690" y="165"/>
                </a:cubicBezTo>
                <a:cubicBezTo>
                  <a:pt x="1712" y="174"/>
                  <a:pt x="1731" y="187"/>
                  <a:pt x="1747" y="202"/>
                </a:cubicBezTo>
                <a:cubicBezTo>
                  <a:pt x="1763" y="218"/>
                  <a:pt x="1776" y="237"/>
                  <a:pt x="1785" y="258"/>
                </a:cubicBezTo>
                <a:cubicBezTo>
                  <a:pt x="1794" y="280"/>
                  <a:pt x="1799" y="303"/>
                  <a:pt x="1799" y="327"/>
                </a:cubicBezTo>
                <a:cubicBezTo>
                  <a:pt x="1799" y="351"/>
                  <a:pt x="1794" y="374"/>
                  <a:pt x="1785" y="395"/>
                </a:cubicBezTo>
                <a:cubicBezTo>
                  <a:pt x="1776" y="416"/>
                  <a:pt x="1763" y="435"/>
                  <a:pt x="1747" y="451"/>
                </a:cubicBezTo>
                <a:cubicBezTo>
                  <a:pt x="1731" y="467"/>
                  <a:pt x="1713" y="480"/>
                  <a:pt x="1691" y="489"/>
                </a:cubicBezTo>
                <a:cubicBezTo>
                  <a:pt x="1669" y="498"/>
                  <a:pt x="1645" y="503"/>
                  <a:pt x="1620" y="503"/>
                </a:cubicBezTo>
                <a:close/>
                <a:moveTo>
                  <a:pt x="1620" y="421"/>
                </a:moveTo>
                <a:cubicBezTo>
                  <a:pt x="1633" y="421"/>
                  <a:pt x="1645" y="418"/>
                  <a:pt x="1657" y="413"/>
                </a:cubicBezTo>
                <a:cubicBezTo>
                  <a:pt x="1668" y="408"/>
                  <a:pt x="1678" y="402"/>
                  <a:pt x="1686" y="393"/>
                </a:cubicBezTo>
                <a:cubicBezTo>
                  <a:pt x="1694" y="385"/>
                  <a:pt x="1701" y="375"/>
                  <a:pt x="1706" y="364"/>
                </a:cubicBezTo>
                <a:cubicBezTo>
                  <a:pt x="1711" y="352"/>
                  <a:pt x="1713" y="340"/>
                  <a:pt x="1713" y="326"/>
                </a:cubicBezTo>
                <a:cubicBezTo>
                  <a:pt x="1713" y="313"/>
                  <a:pt x="1711" y="301"/>
                  <a:pt x="1706" y="289"/>
                </a:cubicBezTo>
                <a:cubicBezTo>
                  <a:pt x="1701" y="278"/>
                  <a:pt x="1694" y="268"/>
                  <a:pt x="1686" y="259"/>
                </a:cubicBezTo>
                <a:cubicBezTo>
                  <a:pt x="1678" y="251"/>
                  <a:pt x="1668" y="244"/>
                  <a:pt x="1657" y="239"/>
                </a:cubicBezTo>
                <a:cubicBezTo>
                  <a:pt x="1645" y="234"/>
                  <a:pt x="1633" y="232"/>
                  <a:pt x="1620" y="232"/>
                </a:cubicBezTo>
                <a:cubicBezTo>
                  <a:pt x="1607" y="232"/>
                  <a:pt x="1595" y="234"/>
                  <a:pt x="1584" y="239"/>
                </a:cubicBezTo>
                <a:cubicBezTo>
                  <a:pt x="1573" y="244"/>
                  <a:pt x="1563" y="251"/>
                  <a:pt x="1555" y="259"/>
                </a:cubicBezTo>
                <a:cubicBezTo>
                  <a:pt x="1546" y="268"/>
                  <a:pt x="1540" y="278"/>
                  <a:pt x="1535" y="289"/>
                </a:cubicBezTo>
                <a:cubicBezTo>
                  <a:pt x="1530" y="301"/>
                  <a:pt x="1528" y="313"/>
                  <a:pt x="1528" y="326"/>
                </a:cubicBezTo>
                <a:cubicBezTo>
                  <a:pt x="1528" y="340"/>
                  <a:pt x="1530" y="352"/>
                  <a:pt x="1535" y="364"/>
                </a:cubicBezTo>
                <a:cubicBezTo>
                  <a:pt x="1540" y="375"/>
                  <a:pt x="1546" y="385"/>
                  <a:pt x="1555" y="393"/>
                </a:cubicBezTo>
                <a:cubicBezTo>
                  <a:pt x="1563" y="402"/>
                  <a:pt x="1573" y="408"/>
                  <a:pt x="1584" y="413"/>
                </a:cubicBezTo>
                <a:cubicBezTo>
                  <a:pt x="1595" y="418"/>
                  <a:pt x="1607" y="421"/>
                  <a:pt x="1620" y="421"/>
                </a:cubicBezTo>
                <a:close/>
                <a:moveTo>
                  <a:pt x="0" y="158"/>
                </a:moveTo>
                <a:cubicBezTo>
                  <a:pt x="88" y="158"/>
                  <a:pt x="88" y="158"/>
                  <a:pt x="88" y="158"/>
                </a:cubicBezTo>
                <a:cubicBezTo>
                  <a:pt x="156" y="373"/>
                  <a:pt x="156" y="373"/>
                  <a:pt x="156" y="373"/>
                </a:cubicBezTo>
                <a:cubicBezTo>
                  <a:pt x="236" y="158"/>
                  <a:pt x="236" y="158"/>
                  <a:pt x="236" y="158"/>
                </a:cubicBezTo>
                <a:cubicBezTo>
                  <a:pt x="313" y="158"/>
                  <a:pt x="313" y="158"/>
                  <a:pt x="313" y="158"/>
                </a:cubicBezTo>
                <a:cubicBezTo>
                  <a:pt x="392" y="373"/>
                  <a:pt x="392" y="373"/>
                  <a:pt x="392" y="373"/>
                </a:cubicBezTo>
                <a:cubicBezTo>
                  <a:pt x="462" y="158"/>
                  <a:pt x="462" y="158"/>
                  <a:pt x="462" y="158"/>
                </a:cubicBezTo>
                <a:cubicBezTo>
                  <a:pt x="550" y="158"/>
                  <a:pt x="550" y="158"/>
                  <a:pt x="550" y="158"/>
                </a:cubicBezTo>
                <a:cubicBezTo>
                  <a:pt x="435" y="495"/>
                  <a:pt x="435" y="495"/>
                  <a:pt x="435" y="495"/>
                </a:cubicBezTo>
                <a:cubicBezTo>
                  <a:pt x="354" y="495"/>
                  <a:pt x="354" y="495"/>
                  <a:pt x="354" y="49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192" y="495"/>
                  <a:pt x="192" y="495"/>
                  <a:pt x="192" y="495"/>
                </a:cubicBezTo>
                <a:cubicBezTo>
                  <a:pt x="110" y="495"/>
                  <a:pt x="110" y="495"/>
                  <a:pt x="110" y="495"/>
                </a:cubicBezTo>
                <a:lnTo>
                  <a:pt x="0" y="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3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E4DC-B4A1-178B-56B7-C98828ADC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14E510-D731-BEE1-2105-51D93A34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790" y="586289"/>
            <a:ext cx="6603124" cy="367996"/>
          </a:xfrm>
        </p:spPr>
        <p:txBody>
          <a:bodyPr>
            <a:noAutofit/>
          </a:bodyPr>
          <a:lstStyle/>
          <a:p>
            <a:r>
              <a:rPr lang="en-US" sz="3600" dirty="0"/>
              <a:t>Solution Approach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14A43C-5B4F-0FE6-87F9-FB085C6A88E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5790" y="1187906"/>
            <a:ext cx="8876538" cy="1866189"/>
          </a:xfrm>
        </p:spPr>
        <p:txBody>
          <a:bodyPr>
            <a:noAutofit/>
          </a:bodyPr>
          <a:lstStyle/>
          <a:p>
            <a:r>
              <a:rPr lang="en-IN" sz="2000" dirty="0"/>
              <a:t>1. </a:t>
            </a:r>
            <a:r>
              <a:rPr lang="en-IN" sz="2800" dirty="0"/>
              <a:t>Utilize Kiro to read and explain events such as user login, suspicious events, decode timestamps in a human readable summary  </a:t>
            </a:r>
          </a:p>
          <a:p>
            <a:r>
              <a:rPr lang="en-IN" sz="2800" dirty="0"/>
              <a:t>2. Have python script to perform the following  </a:t>
            </a:r>
          </a:p>
          <a:p>
            <a:r>
              <a:rPr lang="en-IN" sz="2800" dirty="0"/>
              <a:t>  - Groups multi-line events by serial number</a:t>
            </a:r>
            <a:br>
              <a:rPr lang="en-IN" sz="2800" dirty="0"/>
            </a:br>
            <a:r>
              <a:rPr lang="en-IN" sz="2800" dirty="0"/>
              <a:t>  - Decodes epoch timestamps, hex paths, syscall numbers, UIDs</a:t>
            </a:r>
            <a:br>
              <a:rPr lang="en-IN" sz="2800" dirty="0"/>
            </a:br>
            <a:r>
              <a:rPr lang="en-IN" sz="2800" dirty="0"/>
              <a:t>  - Runs the script as a cron job</a:t>
            </a:r>
          </a:p>
          <a:p>
            <a:r>
              <a:rPr lang="en-IN" sz="2800" dirty="0"/>
              <a:t>3. Utilize Kiro to correlate and investigate the issues reported by customer between a specific time window</a:t>
            </a:r>
          </a:p>
          <a:p>
            <a:pPr>
              <a:spcBef>
                <a:spcPts val="0"/>
              </a:spcBef>
            </a:pPr>
            <a:endParaRPr lang="en-IN" sz="2000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97871BB5-3303-1F99-3D97-9A1B4B0A9CAE}"/>
              </a:ext>
            </a:extLst>
          </p:cNvPr>
          <p:cNvSpPr>
            <a:spLocks noEditPoints="1"/>
          </p:cNvSpPr>
          <p:nvPr/>
        </p:nvSpPr>
        <p:spPr bwMode="auto">
          <a:xfrm>
            <a:off x="11014416" y="261386"/>
            <a:ext cx="703014" cy="260340"/>
          </a:xfrm>
          <a:custGeom>
            <a:avLst/>
            <a:gdLst>
              <a:gd name="T0" fmla="*/ 698 w 1799"/>
              <a:gd name="T1" fmla="*/ 158 h 664"/>
              <a:gd name="T2" fmla="*/ 610 w 1799"/>
              <a:gd name="T3" fmla="*/ 496 h 664"/>
              <a:gd name="T4" fmla="*/ 664 w 1799"/>
              <a:gd name="T5" fmla="*/ 7 h 664"/>
              <a:gd name="T6" fmla="*/ 638 w 1799"/>
              <a:gd name="T7" fmla="*/ 105 h 664"/>
              <a:gd name="T8" fmla="*/ 664 w 1799"/>
              <a:gd name="T9" fmla="*/ 7 h 664"/>
              <a:gd name="T10" fmla="*/ 907 w 1799"/>
              <a:gd name="T11" fmla="*/ 491 h 664"/>
              <a:gd name="T12" fmla="*/ 863 w 1799"/>
              <a:gd name="T13" fmla="*/ 664 h 664"/>
              <a:gd name="T14" fmla="*/ 777 w 1799"/>
              <a:gd name="T15" fmla="*/ 158 h 664"/>
              <a:gd name="T16" fmla="*/ 862 w 1799"/>
              <a:gd name="T17" fmla="*/ 205 h 664"/>
              <a:gd name="T18" fmla="*/ 969 w 1799"/>
              <a:gd name="T19" fmla="*/ 151 h 664"/>
              <a:gd name="T20" fmla="*/ 1082 w 1799"/>
              <a:gd name="T21" fmla="*/ 199 h 664"/>
              <a:gd name="T22" fmla="*/ 1131 w 1799"/>
              <a:gd name="T23" fmla="*/ 327 h 664"/>
              <a:gd name="T24" fmla="*/ 1081 w 1799"/>
              <a:gd name="T25" fmla="*/ 455 h 664"/>
              <a:gd name="T26" fmla="*/ 969 w 1799"/>
              <a:gd name="T27" fmla="*/ 503 h 664"/>
              <a:gd name="T28" fmla="*/ 988 w 1799"/>
              <a:gd name="T29" fmla="*/ 414 h 664"/>
              <a:gd name="T30" fmla="*/ 1038 w 1799"/>
              <a:gd name="T31" fmla="*/ 364 h 664"/>
              <a:gd name="T32" fmla="*/ 1038 w 1799"/>
              <a:gd name="T33" fmla="*/ 289 h 664"/>
              <a:gd name="T34" fmla="*/ 988 w 1799"/>
              <a:gd name="T35" fmla="*/ 239 h 664"/>
              <a:gd name="T36" fmla="*/ 915 w 1799"/>
              <a:gd name="T37" fmla="*/ 239 h 664"/>
              <a:gd name="T38" fmla="*/ 865 w 1799"/>
              <a:gd name="T39" fmla="*/ 289 h 664"/>
              <a:gd name="T40" fmla="*/ 865 w 1799"/>
              <a:gd name="T41" fmla="*/ 364 h 664"/>
              <a:gd name="T42" fmla="*/ 915 w 1799"/>
              <a:gd name="T43" fmla="*/ 414 h 664"/>
              <a:gd name="T44" fmla="*/ 1194 w 1799"/>
              <a:gd name="T45" fmla="*/ 158 h 664"/>
              <a:gd name="T46" fmla="*/ 1279 w 1799"/>
              <a:gd name="T47" fmla="*/ 210 h 664"/>
              <a:gd name="T48" fmla="*/ 1372 w 1799"/>
              <a:gd name="T49" fmla="*/ 152 h 664"/>
              <a:gd name="T50" fmla="*/ 1429 w 1799"/>
              <a:gd name="T51" fmla="*/ 165 h 664"/>
              <a:gd name="T52" fmla="*/ 1379 w 1799"/>
              <a:gd name="T53" fmla="*/ 242 h 664"/>
              <a:gd name="T54" fmla="*/ 1299 w 1799"/>
              <a:gd name="T55" fmla="*/ 257 h 664"/>
              <a:gd name="T56" fmla="*/ 1279 w 1799"/>
              <a:gd name="T57" fmla="*/ 496 h 664"/>
              <a:gd name="T58" fmla="*/ 1194 w 1799"/>
              <a:gd name="T59" fmla="*/ 158 h 664"/>
              <a:gd name="T60" fmla="*/ 1549 w 1799"/>
              <a:gd name="T61" fmla="*/ 489 h 664"/>
              <a:gd name="T62" fmla="*/ 1455 w 1799"/>
              <a:gd name="T63" fmla="*/ 395 h 664"/>
              <a:gd name="T64" fmla="*/ 1455 w 1799"/>
              <a:gd name="T65" fmla="*/ 258 h 664"/>
              <a:gd name="T66" fmla="*/ 1549 w 1799"/>
              <a:gd name="T67" fmla="*/ 165 h 664"/>
              <a:gd name="T68" fmla="*/ 1690 w 1799"/>
              <a:gd name="T69" fmla="*/ 165 h 664"/>
              <a:gd name="T70" fmla="*/ 1785 w 1799"/>
              <a:gd name="T71" fmla="*/ 258 h 664"/>
              <a:gd name="T72" fmla="*/ 1785 w 1799"/>
              <a:gd name="T73" fmla="*/ 395 h 664"/>
              <a:gd name="T74" fmla="*/ 1691 w 1799"/>
              <a:gd name="T75" fmla="*/ 489 h 664"/>
              <a:gd name="T76" fmla="*/ 1620 w 1799"/>
              <a:gd name="T77" fmla="*/ 421 h 664"/>
              <a:gd name="T78" fmla="*/ 1686 w 1799"/>
              <a:gd name="T79" fmla="*/ 393 h 664"/>
              <a:gd name="T80" fmla="*/ 1713 w 1799"/>
              <a:gd name="T81" fmla="*/ 326 h 664"/>
              <a:gd name="T82" fmla="*/ 1686 w 1799"/>
              <a:gd name="T83" fmla="*/ 259 h 664"/>
              <a:gd name="T84" fmla="*/ 1620 w 1799"/>
              <a:gd name="T85" fmla="*/ 232 h 664"/>
              <a:gd name="T86" fmla="*/ 1555 w 1799"/>
              <a:gd name="T87" fmla="*/ 259 h 664"/>
              <a:gd name="T88" fmla="*/ 1528 w 1799"/>
              <a:gd name="T89" fmla="*/ 326 h 664"/>
              <a:gd name="T90" fmla="*/ 1555 w 1799"/>
              <a:gd name="T91" fmla="*/ 393 h 664"/>
              <a:gd name="T92" fmla="*/ 1620 w 1799"/>
              <a:gd name="T93" fmla="*/ 421 h 664"/>
              <a:gd name="T94" fmla="*/ 88 w 1799"/>
              <a:gd name="T95" fmla="*/ 158 h 664"/>
              <a:gd name="T96" fmla="*/ 236 w 1799"/>
              <a:gd name="T97" fmla="*/ 158 h 664"/>
              <a:gd name="T98" fmla="*/ 392 w 1799"/>
              <a:gd name="T99" fmla="*/ 373 h 664"/>
              <a:gd name="T100" fmla="*/ 550 w 1799"/>
              <a:gd name="T101" fmla="*/ 158 h 664"/>
              <a:gd name="T102" fmla="*/ 354 w 1799"/>
              <a:gd name="T103" fmla="*/ 495 h 664"/>
              <a:gd name="T104" fmla="*/ 192 w 1799"/>
              <a:gd name="T105" fmla="*/ 495 h 664"/>
              <a:gd name="T106" fmla="*/ 0 w 1799"/>
              <a:gd name="T107" fmla="*/ 158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99" h="664">
                <a:moveTo>
                  <a:pt x="610" y="158"/>
                </a:moveTo>
                <a:cubicBezTo>
                  <a:pt x="698" y="158"/>
                  <a:pt x="698" y="158"/>
                  <a:pt x="698" y="158"/>
                </a:cubicBezTo>
                <a:cubicBezTo>
                  <a:pt x="698" y="496"/>
                  <a:pt x="698" y="496"/>
                  <a:pt x="698" y="496"/>
                </a:cubicBezTo>
                <a:cubicBezTo>
                  <a:pt x="610" y="496"/>
                  <a:pt x="610" y="496"/>
                  <a:pt x="610" y="496"/>
                </a:cubicBezTo>
                <a:lnTo>
                  <a:pt x="610" y="158"/>
                </a:lnTo>
                <a:close/>
                <a:moveTo>
                  <a:pt x="664" y="7"/>
                </a:moveTo>
                <a:cubicBezTo>
                  <a:pt x="637" y="0"/>
                  <a:pt x="609" y="16"/>
                  <a:pt x="602" y="43"/>
                </a:cubicBezTo>
                <a:cubicBezTo>
                  <a:pt x="595" y="70"/>
                  <a:pt x="611" y="98"/>
                  <a:pt x="638" y="105"/>
                </a:cubicBezTo>
                <a:cubicBezTo>
                  <a:pt x="665" y="112"/>
                  <a:pt x="693" y="96"/>
                  <a:pt x="700" y="69"/>
                </a:cubicBezTo>
                <a:cubicBezTo>
                  <a:pt x="707" y="42"/>
                  <a:pt x="691" y="14"/>
                  <a:pt x="664" y="7"/>
                </a:cubicBezTo>
                <a:close/>
                <a:moveTo>
                  <a:pt x="969" y="503"/>
                </a:moveTo>
                <a:cubicBezTo>
                  <a:pt x="946" y="503"/>
                  <a:pt x="926" y="499"/>
                  <a:pt x="907" y="491"/>
                </a:cubicBezTo>
                <a:cubicBezTo>
                  <a:pt x="889" y="482"/>
                  <a:pt x="874" y="470"/>
                  <a:pt x="863" y="455"/>
                </a:cubicBezTo>
                <a:cubicBezTo>
                  <a:pt x="863" y="664"/>
                  <a:pt x="863" y="664"/>
                  <a:pt x="863" y="664"/>
                </a:cubicBezTo>
                <a:cubicBezTo>
                  <a:pt x="777" y="664"/>
                  <a:pt x="777" y="664"/>
                  <a:pt x="777" y="664"/>
                </a:cubicBezTo>
                <a:cubicBezTo>
                  <a:pt x="777" y="158"/>
                  <a:pt x="777" y="158"/>
                  <a:pt x="777" y="158"/>
                </a:cubicBezTo>
                <a:cubicBezTo>
                  <a:pt x="862" y="158"/>
                  <a:pt x="862" y="158"/>
                  <a:pt x="862" y="158"/>
                </a:cubicBezTo>
                <a:cubicBezTo>
                  <a:pt x="862" y="205"/>
                  <a:pt x="862" y="205"/>
                  <a:pt x="862" y="205"/>
                </a:cubicBezTo>
                <a:cubicBezTo>
                  <a:pt x="874" y="188"/>
                  <a:pt x="888" y="175"/>
                  <a:pt x="907" y="166"/>
                </a:cubicBezTo>
                <a:cubicBezTo>
                  <a:pt x="925" y="156"/>
                  <a:pt x="946" y="151"/>
                  <a:pt x="969" y="151"/>
                </a:cubicBezTo>
                <a:cubicBezTo>
                  <a:pt x="990" y="151"/>
                  <a:pt x="1010" y="155"/>
                  <a:pt x="1030" y="163"/>
                </a:cubicBezTo>
                <a:cubicBezTo>
                  <a:pt x="1050" y="172"/>
                  <a:pt x="1067" y="183"/>
                  <a:pt x="1082" y="199"/>
                </a:cubicBezTo>
                <a:cubicBezTo>
                  <a:pt x="1097" y="214"/>
                  <a:pt x="1109" y="233"/>
                  <a:pt x="1118" y="254"/>
                </a:cubicBezTo>
                <a:cubicBezTo>
                  <a:pt x="1127" y="276"/>
                  <a:pt x="1131" y="300"/>
                  <a:pt x="1131" y="327"/>
                </a:cubicBezTo>
                <a:cubicBezTo>
                  <a:pt x="1131" y="354"/>
                  <a:pt x="1127" y="378"/>
                  <a:pt x="1118" y="400"/>
                </a:cubicBezTo>
                <a:cubicBezTo>
                  <a:pt x="1108" y="421"/>
                  <a:pt x="1096" y="440"/>
                  <a:pt x="1081" y="455"/>
                </a:cubicBezTo>
                <a:cubicBezTo>
                  <a:pt x="1066" y="471"/>
                  <a:pt x="1049" y="482"/>
                  <a:pt x="1030" y="491"/>
                </a:cubicBezTo>
                <a:cubicBezTo>
                  <a:pt x="1010" y="499"/>
                  <a:pt x="990" y="503"/>
                  <a:pt x="969" y="503"/>
                </a:cubicBezTo>
                <a:close/>
                <a:moveTo>
                  <a:pt x="952" y="421"/>
                </a:moveTo>
                <a:cubicBezTo>
                  <a:pt x="965" y="421"/>
                  <a:pt x="977" y="419"/>
                  <a:pt x="988" y="414"/>
                </a:cubicBezTo>
                <a:cubicBezTo>
                  <a:pt x="999" y="409"/>
                  <a:pt x="1009" y="402"/>
                  <a:pt x="1018" y="394"/>
                </a:cubicBezTo>
                <a:cubicBezTo>
                  <a:pt x="1026" y="385"/>
                  <a:pt x="1033" y="375"/>
                  <a:pt x="1038" y="364"/>
                </a:cubicBezTo>
                <a:cubicBezTo>
                  <a:pt x="1043" y="352"/>
                  <a:pt x="1045" y="340"/>
                  <a:pt x="1045" y="326"/>
                </a:cubicBezTo>
                <a:cubicBezTo>
                  <a:pt x="1045" y="313"/>
                  <a:pt x="1043" y="301"/>
                  <a:pt x="1038" y="289"/>
                </a:cubicBezTo>
                <a:cubicBezTo>
                  <a:pt x="1033" y="278"/>
                  <a:pt x="1026" y="268"/>
                  <a:pt x="1018" y="259"/>
                </a:cubicBezTo>
                <a:cubicBezTo>
                  <a:pt x="1009" y="251"/>
                  <a:pt x="999" y="244"/>
                  <a:pt x="988" y="239"/>
                </a:cubicBezTo>
                <a:cubicBezTo>
                  <a:pt x="977" y="234"/>
                  <a:pt x="965" y="231"/>
                  <a:pt x="952" y="231"/>
                </a:cubicBezTo>
                <a:cubicBezTo>
                  <a:pt x="938" y="231"/>
                  <a:pt x="926" y="234"/>
                  <a:pt x="915" y="239"/>
                </a:cubicBezTo>
                <a:cubicBezTo>
                  <a:pt x="903" y="244"/>
                  <a:pt x="893" y="251"/>
                  <a:pt x="885" y="259"/>
                </a:cubicBezTo>
                <a:cubicBezTo>
                  <a:pt x="877" y="268"/>
                  <a:pt x="870" y="278"/>
                  <a:pt x="865" y="289"/>
                </a:cubicBezTo>
                <a:cubicBezTo>
                  <a:pt x="860" y="301"/>
                  <a:pt x="858" y="313"/>
                  <a:pt x="858" y="326"/>
                </a:cubicBezTo>
                <a:cubicBezTo>
                  <a:pt x="858" y="340"/>
                  <a:pt x="860" y="352"/>
                  <a:pt x="865" y="364"/>
                </a:cubicBezTo>
                <a:cubicBezTo>
                  <a:pt x="870" y="375"/>
                  <a:pt x="877" y="385"/>
                  <a:pt x="885" y="394"/>
                </a:cubicBezTo>
                <a:cubicBezTo>
                  <a:pt x="893" y="402"/>
                  <a:pt x="903" y="409"/>
                  <a:pt x="915" y="414"/>
                </a:cubicBezTo>
                <a:cubicBezTo>
                  <a:pt x="926" y="419"/>
                  <a:pt x="938" y="421"/>
                  <a:pt x="952" y="421"/>
                </a:cubicBezTo>
                <a:close/>
                <a:moveTo>
                  <a:pt x="1194" y="158"/>
                </a:moveTo>
                <a:cubicBezTo>
                  <a:pt x="1279" y="158"/>
                  <a:pt x="1279" y="158"/>
                  <a:pt x="1279" y="158"/>
                </a:cubicBezTo>
                <a:cubicBezTo>
                  <a:pt x="1279" y="210"/>
                  <a:pt x="1279" y="210"/>
                  <a:pt x="1279" y="210"/>
                </a:cubicBezTo>
                <a:cubicBezTo>
                  <a:pt x="1287" y="190"/>
                  <a:pt x="1299" y="175"/>
                  <a:pt x="1315" y="166"/>
                </a:cubicBezTo>
                <a:cubicBezTo>
                  <a:pt x="1331" y="157"/>
                  <a:pt x="1350" y="152"/>
                  <a:pt x="1372" y="152"/>
                </a:cubicBezTo>
                <a:cubicBezTo>
                  <a:pt x="1383" y="152"/>
                  <a:pt x="1394" y="153"/>
                  <a:pt x="1403" y="156"/>
                </a:cubicBezTo>
                <a:cubicBezTo>
                  <a:pt x="1413" y="158"/>
                  <a:pt x="1422" y="161"/>
                  <a:pt x="1429" y="165"/>
                </a:cubicBezTo>
                <a:cubicBezTo>
                  <a:pt x="1397" y="250"/>
                  <a:pt x="1397" y="250"/>
                  <a:pt x="1397" y="250"/>
                </a:cubicBezTo>
                <a:cubicBezTo>
                  <a:pt x="1393" y="247"/>
                  <a:pt x="1387" y="244"/>
                  <a:pt x="1379" y="242"/>
                </a:cubicBezTo>
                <a:cubicBezTo>
                  <a:pt x="1371" y="239"/>
                  <a:pt x="1362" y="238"/>
                  <a:pt x="1352" y="238"/>
                </a:cubicBezTo>
                <a:cubicBezTo>
                  <a:pt x="1330" y="238"/>
                  <a:pt x="1313" y="244"/>
                  <a:pt x="1299" y="257"/>
                </a:cubicBezTo>
                <a:cubicBezTo>
                  <a:pt x="1286" y="269"/>
                  <a:pt x="1279" y="289"/>
                  <a:pt x="1279" y="318"/>
                </a:cubicBezTo>
                <a:cubicBezTo>
                  <a:pt x="1279" y="496"/>
                  <a:pt x="1279" y="496"/>
                  <a:pt x="1279" y="496"/>
                </a:cubicBezTo>
                <a:cubicBezTo>
                  <a:pt x="1194" y="496"/>
                  <a:pt x="1194" y="496"/>
                  <a:pt x="1194" y="496"/>
                </a:cubicBezTo>
                <a:lnTo>
                  <a:pt x="1194" y="158"/>
                </a:lnTo>
                <a:close/>
                <a:moveTo>
                  <a:pt x="1620" y="503"/>
                </a:moveTo>
                <a:cubicBezTo>
                  <a:pt x="1594" y="503"/>
                  <a:pt x="1571" y="498"/>
                  <a:pt x="1549" y="489"/>
                </a:cubicBezTo>
                <a:cubicBezTo>
                  <a:pt x="1527" y="480"/>
                  <a:pt x="1508" y="467"/>
                  <a:pt x="1492" y="451"/>
                </a:cubicBezTo>
                <a:cubicBezTo>
                  <a:pt x="1476" y="435"/>
                  <a:pt x="1464" y="416"/>
                  <a:pt x="1455" y="395"/>
                </a:cubicBezTo>
                <a:cubicBezTo>
                  <a:pt x="1446" y="374"/>
                  <a:pt x="1441" y="351"/>
                  <a:pt x="1441" y="327"/>
                </a:cubicBezTo>
                <a:cubicBezTo>
                  <a:pt x="1441" y="303"/>
                  <a:pt x="1446" y="280"/>
                  <a:pt x="1455" y="258"/>
                </a:cubicBezTo>
                <a:cubicBezTo>
                  <a:pt x="1464" y="237"/>
                  <a:pt x="1476" y="218"/>
                  <a:pt x="1492" y="202"/>
                </a:cubicBezTo>
                <a:cubicBezTo>
                  <a:pt x="1508" y="187"/>
                  <a:pt x="1527" y="174"/>
                  <a:pt x="1549" y="165"/>
                </a:cubicBezTo>
                <a:cubicBezTo>
                  <a:pt x="1571" y="156"/>
                  <a:pt x="1594" y="151"/>
                  <a:pt x="1620" y="151"/>
                </a:cubicBezTo>
                <a:cubicBezTo>
                  <a:pt x="1645" y="151"/>
                  <a:pt x="1668" y="156"/>
                  <a:pt x="1690" y="165"/>
                </a:cubicBezTo>
                <a:cubicBezTo>
                  <a:pt x="1712" y="174"/>
                  <a:pt x="1731" y="187"/>
                  <a:pt x="1747" y="202"/>
                </a:cubicBezTo>
                <a:cubicBezTo>
                  <a:pt x="1763" y="218"/>
                  <a:pt x="1776" y="237"/>
                  <a:pt x="1785" y="258"/>
                </a:cubicBezTo>
                <a:cubicBezTo>
                  <a:pt x="1794" y="280"/>
                  <a:pt x="1799" y="303"/>
                  <a:pt x="1799" y="327"/>
                </a:cubicBezTo>
                <a:cubicBezTo>
                  <a:pt x="1799" y="351"/>
                  <a:pt x="1794" y="374"/>
                  <a:pt x="1785" y="395"/>
                </a:cubicBezTo>
                <a:cubicBezTo>
                  <a:pt x="1776" y="416"/>
                  <a:pt x="1763" y="435"/>
                  <a:pt x="1747" y="451"/>
                </a:cubicBezTo>
                <a:cubicBezTo>
                  <a:pt x="1731" y="467"/>
                  <a:pt x="1713" y="480"/>
                  <a:pt x="1691" y="489"/>
                </a:cubicBezTo>
                <a:cubicBezTo>
                  <a:pt x="1669" y="498"/>
                  <a:pt x="1645" y="503"/>
                  <a:pt x="1620" y="503"/>
                </a:cubicBezTo>
                <a:close/>
                <a:moveTo>
                  <a:pt x="1620" y="421"/>
                </a:moveTo>
                <a:cubicBezTo>
                  <a:pt x="1633" y="421"/>
                  <a:pt x="1645" y="418"/>
                  <a:pt x="1657" y="413"/>
                </a:cubicBezTo>
                <a:cubicBezTo>
                  <a:pt x="1668" y="408"/>
                  <a:pt x="1678" y="402"/>
                  <a:pt x="1686" y="393"/>
                </a:cubicBezTo>
                <a:cubicBezTo>
                  <a:pt x="1694" y="385"/>
                  <a:pt x="1701" y="375"/>
                  <a:pt x="1706" y="364"/>
                </a:cubicBezTo>
                <a:cubicBezTo>
                  <a:pt x="1711" y="352"/>
                  <a:pt x="1713" y="340"/>
                  <a:pt x="1713" y="326"/>
                </a:cubicBezTo>
                <a:cubicBezTo>
                  <a:pt x="1713" y="313"/>
                  <a:pt x="1711" y="301"/>
                  <a:pt x="1706" y="289"/>
                </a:cubicBezTo>
                <a:cubicBezTo>
                  <a:pt x="1701" y="278"/>
                  <a:pt x="1694" y="268"/>
                  <a:pt x="1686" y="259"/>
                </a:cubicBezTo>
                <a:cubicBezTo>
                  <a:pt x="1678" y="251"/>
                  <a:pt x="1668" y="244"/>
                  <a:pt x="1657" y="239"/>
                </a:cubicBezTo>
                <a:cubicBezTo>
                  <a:pt x="1645" y="234"/>
                  <a:pt x="1633" y="232"/>
                  <a:pt x="1620" y="232"/>
                </a:cubicBezTo>
                <a:cubicBezTo>
                  <a:pt x="1607" y="232"/>
                  <a:pt x="1595" y="234"/>
                  <a:pt x="1584" y="239"/>
                </a:cubicBezTo>
                <a:cubicBezTo>
                  <a:pt x="1573" y="244"/>
                  <a:pt x="1563" y="251"/>
                  <a:pt x="1555" y="259"/>
                </a:cubicBezTo>
                <a:cubicBezTo>
                  <a:pt x="1546" y="268"/>
                  <a:pt x="1540" y="278"/>
                  <a:pt x="1535" y="289"/>
                </a:cubicBezTo>
                <a:cubicBezTo>
                  <a:pt x="1530" y="301"/>
                  <a:pt x="1528" y="313"/>
                  <a:pt x="1528" y="326"/>
                </a:cubicBezTo>
                <a:cubicBezTo>
                  <a:pt x="1528" y="340"/>
                  <a:pt x="1530" y="352"/>
                  <a:pt x="1535" y="364"/>
                </a:cubicBezTo>
                <a:cubicBezTo>
                  <a:pt x="1540" y="375"/>
                  <a:pt x="1546" y="385"/>
                  <a:pt x="1555" y="393"/>
                </a:cubicBezTo>
                <a:cubicBezTo>
                  <a:pt x="1563" y="402"/>
                  <a:pt x="1573" y="408"/>
                  <a:pt x="1584" y="413"/>
                </a:cubicBezTo>
                <a:cubicBezTo>
                  <a:pt x="1595" y="418"/>
                  <a:pt x="1607" y="421"/>
                  <a:pt x="1620" y="421"/>
                </a:cubicBezTo>
                <a:close/>
                <a:moveTo>
                  <a:pt x="0" y="158"/>
                </a:moveTo>
                <a:cubicBezTo>
                  <a:pt x="88" y="158"/>
                  <a:pt x="88" y="158"/>
                  <a:pt x="88" y="158"/>
                </a:cubicBezTo>
                <a:cubicBezTo>
                  <a:pt x="156" y="373"/>
                  <a:pt x="156" y="373"/>
                  <a:pt x="156" y="373"/>
                </a:cubicBezTo>
                <a:cubicBezTo>
                  <a:pt x="236" y="158"/>
                  <a:pt x="236" y="158"/>
                  <a:pt x="236" y="158"/>
                </a:cubicBezTo>
                <a:cubicBezTo>
                  <a:pt x="313" y="158"/>
                  <a:pt x="313" y="158"/>
                  <a:pt x="313" y="158"/>
                </a:cubicBezTo>
                <a:cubicBezTo>
                  <a:pt x="392" y="373"/>
                  <a:pt x="392" y="373"/>
                  <a:pt x="392" y="373"/>
                </a:cubicBezTo>
                <a:cubicBezTo>
                  <a:pt x="462" y="158"/>
                  <a:pt x="462" y="158"/>
                  <a:pt x="462" y="158"/>
                </a:cubicBezTo>
                <a:cubicBezTo>
                  <a:pt x="550" y="158"/>
                  <a:pt x="550" y="158"/>
                  <a:pt x="550" y="158"/>
                </a:cubicBezTo>
                <a:cubicBezTo>
                  <a:pt x="435" y="495"/>
                  <a:pt x="435" y="495"/>
                  <a:pt x="435" y="495"/>
                </a:cubicBezTo>
                <a:cubicBezTo>
                  <a:pt x="354" y="495"/>
                  <a:pt x="354" y="495"/>
                  <a:pt x="354" y="49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192" y="495"/>
                  <a:pt x="192" y="495"/>
                  <a:pt x="192" y="495"/>
                </a:cubicBezTo>
                <a:cubicBezTo>
                  <a:pt x="110" y="495"/>
                  <a:pt x="110" y="495"/>
                  <a:pt x="110" y="495"/>
                </a:cubicBezTo>
                <a:lnTo>
                  <a:pt x="0" y="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8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8173-95A5-E15C-CA31-716395DD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13FA03-6ACF-8DDD-7CCB-73A2E6B59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790" y="586289"/>
            <a:ext cx="6603124" cy="367996"/>
          </a:xfrm>
        </p:spPr>
        <p:txBody>
          <a:bodyPr>
            <a:noAutofit/>
          </a:bodyPr>
          <a:lstStyle/>
          <a:p>
            <a:r>
              <a:rPr lang="en-US" sz="3600" dirty="0"/>
              <a:t>Benefits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EC346-6197-553D-ECFC-8D6E9CE0AE1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5790" y="1187906"/>
            <a:ext cx="8876538" cy="1866189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IN" sz="2800" dirty="0"/>
              <a:t>Kiro can save roughly 80–90% of the time spent on reading, decoding, and analysing events. </a:t>
            </a:r>
          </a:p>
          <a:p>
            <a:pPr marL="457200" indent="-457200">
              <a:buAutoNum type="arabicPeriod"/>
            </a:pPr>
            <a:r>
              <a:rPr lang="en-IN" sz="2800" dirty="0"/>
              <a:t>The biggest gains are in incident investigation and ad-hoc queries where traditional tools require chaining multiple commands with exact syntax.</a:t>
            </a:r>
          </a:p>
          <a:p>
            <a:pPr marL="457200" indent="-457200">
              <a:buAutoNum type="arabicPeriod"/>
            </a:pPr>
            <a:r>
              <a:rPr lang="en-IN" sz="2800" dirty="0"/>
              <a:t>Connect related events automatically instead of doing it manually</a:t>
            </a:r>
          </a:p>
          <a:p>
            <a:pPr marL="457200" indent="-457200">
              <a:buAutoNum type="arabicPeriod"/>
            </a:pPr>
            <a:r>
              <a:rPr lang="en-IN" sz="2800" dirty="0"/>
              <a:t>Natural Language Output</a:t>
            </a:r>
          </a:p>
          <a:p>
            <a:pPr marL="457200" indent="-457200">
              <a:buAutoNum type="arabicPeriod"/>
            </a:pPr>
            <a:r>
              <a:rPr lang="en-IN" sz="2800" dirty="0"/>
              <a:t>Monthly compliance report of system generated by scheduled job</a:t>
            </a:r>
          </a:p>
          <a:p>
            <a:endParaRPr lang="en-IN" sz="2000" dirty="0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825A5D62-8D8B-0672-BE01-1EBAAFC73A3B}"/>
              </a:ext>
            </a:extLst>
          </p:cNvPr>
          <p:cNvSpPr>
            <a:spLocks noEditPoints="1"/>
          </p:cNvSpPr>
          <p:nvPr/>
        </p:nvSpPr>
        <p:spPr bwMode="auto">
          <a:xfrm>
            <a:off x="11014416" y="261386"/>
            <a:ext cx="703014" cy="260340"/>
          </a:xfrm>
          <a:custGeom>
            <a:avLst/>
            <a:gdLst>
              <a:gd name="T0" fmla="*/ 698 w 1799"/>
              <a:gd name="T1" fmla="*/ 158 h 664"/>
              <a:gd name="T2" fmla="*/ 610 w 1799"/>
              <a:gd name="T3" fmla="*/ 496 h 664"/>
              <a:gd name="T4" fmla="*/ 664 w 1799"/>
              <a:gd name="T5" fmla="*/ 7 h 664"/>
              <a:gd name="T6" fmla="*/ 638 w 1799"/>
              <a:gd name="T7" fmla="*/ 105 h 664"/>
              <a:gd name="T8" fmla="*/ 664 w 1799"/>
              <a:gd name="T9" fmla="*/ 7 h 664"/>
              <a:gd name="T10" fmla="*/ 907 w 1799"/>
              <a:gd name="T11" fmla="*/ 491 h 664"/>
              <a:gd name="T12" fmla="*/ 863 w 1799"/>
              <a:gd name="T13" fmla="*/ 664 h 664"/>
              <a:gd name="T14" fmla="*/ 777 w 1799"/>
              <a:gd name="T15" fmla="*/ 158 h 664"/>
              <a:gd name="T16" fmla="*/ 862 w 1799"/>
              <a:gd name="T17" fmla="*/ 205 h 664"/>
              <a:gd name="T18" fmla="*/ 969 w 1799"/>
              <a:gd name="T19" fmla="*/ 151 h 664"/>
              <a:gd name="T20" fmla="*/ 1082 w 1799"/>
              <a:gd name="T21" fmla="*/ 199 h 664"/>
              <a:gd name="T22" fmla="*/ 1131 w 1799"/>
              <a:gd name="T23" fmla="*/ 327 h 664"/>
              <a:gd name="T24" fmla="*/ 1081 w 1799"/>
              <a:gd name="T25" fmla="*/ 455 h 664"/>
              <a:gd name="T26" fmla="*/ 969 w 1799"/>
              <a:gd name="T27" fmla="*/ 503 h 664"/>
              <a:gd name="T28" fmla="*/ 988 w 1799"/>
              <a:gd name="T29" fmla="*/ 414 h 664"/>
              <a:gd name="T30" fmla="*/ 1038 w 1799"/>
              <a:gd name="T31" fmla="*/ 364 h 664"/>
              <a:gd name="T32" fmla="*/ 1038 w 1799"/>
              <a:gd name="T33" fmla="*/ 289 h 664"/>
              <a:gd name="T34" fmla="*/ 988 w 1799"/>
              <a:gd name="T35" fmla="*/ 239 h 664"/>
              <a:gd name="T36" fmla="*/ 915 w 1799"/>
              <a:gd name="T37" fmla="*/ 239 h 664"/>
              <a:gd name="T38" fmla="*/ 865 w 1799"/>
              <a:gd name="T39" fmla="*/ 289 h 664"/>
              <a:gd name="T40" fmla="*/ 865 w 1799"/>
              <a:gd name="T41" fmla="*/ 364 h 664"/>
              <a:gd name="T42" fmla="*/ 915 w 1799"/>
              <a:gd name="T43" fmla="*/ 414 h 664"/>
              <a:gd name="T44" fmla="*/ 1194 w 1799"/>
              <a:gd name="T45" fmla="*/ 158 h 664"/>
              <a:gd name="T46" fmla="*/ 1279 w 1799"/>
              <a:gd name="T47" fmla="*/ 210 h 664"/>
              <a:gd name="T48" fmla="*/ 1372 w 1799"/>
              <a:gd name="T49" fmla="*/ 152 h 664"/>
              <a:gd name="T50" fmla="*/ 1429 w 1799"/>
              <a:gd name="T51" fmla="*/ 165 h 664"/>
              <a:gd name="T52" fmla="*/ 1379 w 1799"/>
              <a:gd name="T53" fmla="*/ 242 h 664"/>
              <a:gd name="T54" fmla="*/ 1299 w 1799"/>
              <a:gd name="T55" fmla="*/ 257 h 664"/>
              <a:gd name="T56" fmla="*/ 1279 w 1799"/>
              <a:gd name="T57" fmla="*/ 496 h 664"/>
              <a:gd name="T58" fmla="*/ 1194 w 1799"/>
              <a:gd name="T59" fmla="*/ 158 h 664"/>
              <a:gd name="T60" fmla="*/ 1549 w 1799"/>
              <a:gd name="T61" fmla="*/ 489 h 664"/>
              <a:gd name="T62" fmla="*/ 1455 w 1799"/>
              <a:gd name="T63" fmla="*/ 395 h 664"/>
              <a:gd name="T64" fmla="*/ 1455 w 1799"/>
              <a:gd name="T65" fmla="*/ 258 h 664"/>
              <a:gd name="T66" fmla="*/ 1549 w 1799"/>
              <a:gd name="T67" fmla="*/ 165 h 664"/>
              <a:gd name="T68" fmla="*/ 1690 w 1799"/>
              <a:gd name="T69" fmla="*/ 165 h 664"/>
              <a:gd name="T70" fmla="*/ 1785 w 1799"/>
              <a:gd name="T71" fmla="*/ 258 h 664"/>
              <a:gd name="T72" fmla="*/ 1785 w 1799"/>
              <a:gd name="T73" fmla="*/ 395 h 664"/>
              <a:gd name="T74" fmla="*/ 1691 w 1799"/>
              <a:gd name="T75" fmla="*/ 489 h 664"/>
              <a:gd name="T76" fmla="*/ 1620 w 1799"/>
              <a:gd name="T77" fmla="*/ 421 h 664"/>
              <a:gd name="T78" fmla="*/ 1686 w 1799"/>
              <a:gd name="T79" fmla="*/ 393 h 664"/>
              <a:gd name="T80" fmla="*/ 1713 w 1799"/>
              <a:gd name="T81" fmla="*/ 326 h 664"/>
              <a:gd name="T82" fmla="*/ 1686 w 1799"/>
              <a:gd name="T83" fmla="*/ 259 h 664"/>
              <a:gd name="T84" fmla="*/ 1620 w 1799"/>
              <a:gd name="T85" fmla="*/ 232 h 664"/>
              <a:gd name="T86" fmla="*/ 1555 w 1799"/>
              <a:gd name="T87" fmla="*/ 259 h 664"/>
              <a:gd name="T88" fmla="*/ 1528 w 1799"/>
              <a:gd name="T89" fmla="*/ 326 h 664"/>
              <a:gd name="T90" fmla="*/ 1555 w 1799"/>
              <a:gd name="T91" fmla="*/ 393 h 664"/>
              <a:gd name="T92" fmla="*/ 1620 w 1799"/>
              <a:gd name="T93" fmla="*/ 421 h 664"/>
              <a:gd name="T94" fmla="*/ 88 w 1799"/>
              <a:gd name="T95" fmla="*/ 158 h 664"/>
              <a:gd name="T96" fmla="*/ 236 w 1799"/>
              <a:gd name="T97" fmla="*/ 158 h 664"/>
              <a:gd name="T98" fmla="*/ 392 w 1799"/>
              <a:gd name="T99" fmla="*/ 373 h 664"/>
              <a:gd name="T100" fmla="*/ 550 w 1799"/>
              <a:gd name="T101" fmla="*/ 158 h 664"/>
              <a:gd name="T102" fmla="*/ 354 w 1799"/>
              <a:gd name="T103" fmla="*/ 495 h 664"/>
              <a:gd name="T104" fmla="*/ 192 w 1799"/>
              <a:gd name="T105" fmla="*/ 495 h 664"/>
              <a:gd name="T106" fmla="*/ 0 w 1799"/>
              <a:gd name="T107" fmla="*/ 158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99" h="664">
                <a:moveTo>
                  <a:pt x="610" y="158"/>
                </a:moveTo>
                <a:cubicBezTo>
                  <a:pt x="698" y="158"/>
                  <a:pt x="698" y="158"/>
                  <a:pt x="698" y="158"/>
                </a:cubicBezTo>
                <a:cubicBezTo>
                  <a:pt x="698" y="496"/>
                  <a:pt x="698" y="496"/>
                  <a:pt x="698" y="496"/>
                </a:cubicBezTo>
                <a:cubicBezTo>
                  <a:pt x="610" y="496"/>
                  <a:pt x="610" y="496"/>
                  <a:pt x="610" y="496"/>
                </a:cubicBezTo>
                <a:lnTo>
                  <a:pt x="610" y="158"/>
                </a:lnTo>
                <a:close/>
                <a:moveTo>
                  <a:pt x="664" y="7"/>
                </a:moveTo>
                <a:cubicBezTo>
                  <a:pt x="637" y="0"/>
                  <a:pt x="609" y="16"/>
                  <a:pt x="602" y="43"/>
                </a:cubicBezTo>
                <a:cubicBezTo>
                  <a:pt x="595" y="70"/>
                  <a:pt x="611" y="98"/>
                  <a:pt x="638" y="105"/>
                </a:cubicBezTo>
                <a:cubicBezTo>
                  <a:pt x="665" y="112"/>
                  <a:pt x="693" y="96"/>
                  <a:pt x="700" y="69"/>
                </a:cubicBezTo>
                <a:cubicBezTo>
                  <a:pt x="707" y="42"/>
                  <a:pt x="691" y="14"/>
                  <a:pt x="664" y="7"/>
                </a:cubicBezTo>
                <a:close/>
                <a:moveTo>
                  <a:pt x="969" y="503"/>
                </a:moveTo>
                <a:cubicBezTo>
                  <a:pt x="946" y="503"/>
                  <a:pt x="926" y="499"/>
                  <a:pt x="907" y="491"/>
                </a:cubicBezTo>
                <a:cubicBezTo>
                  <a:pt x="889" y="482"/>
                  <a:pt x="874" y="470"/>
                  <a:pt x="863" y="455"/>
                </a:cubicBezTo>
                <a:cubicBezTo>
                  <a:pt x="863" y="664"/>
                  <a:pt x="863" y="664"/>
                  <a:pt x="863" y="664"/>
                </a:cubicBezTo>
                <a:cubicBezTo>
                  <a:pt x="777" y="664"/>
                  <a:pt x="777" y="664"/>
                  <a:pt x="777" y="664"/>
                </a:cubicBezTo>
                <a:cubicBezTo>
                  <a:pt x="777" y="158"/>
                  <a:pt x="777" y="158"/>
                  <a:pt x="777" y="158"/>
                </a:cubicBezTo>
                <a:cubicBezTo>
                  <a:pt x="862" y="158"/>
                  <a:pt x="862" y="158"/>
                  <a:pt x="862" y="158"/>
                </a:cubicBezTo>
                <a:cubicBezTo>
                  <a:pt x="862" y="205"/>
                  <a:pt x="862" y="205"/>
                  <a:pt x="862" y="205"/>
                </a:cubicBezTo>
                <a:cubicBezTo>
                  <a:pt x="874" y="188"/>
                  <a:pt x="888" y="175"/>
                  <a:pt x="907" y="166"/>
                </a:cubicBezTo>
                <a:cubicBezTo>
                  <a:pt x="925" y="156"/>
                  <a:pt x="946" y="151"/>
                  <a:pt x="969" y="151"/>
                </a:cubicBezTo>
                <a:cubicBezTo>
                  <a:pt x="990" y="151"/>
                  <a:pt x="1010" y="155"/>
                  <a:pt x="1030" y="163"/>
                </a:cubicBezTo>
                <a:cubicBezTo>
                  <a:pt x="1050" y="172"/>
                  <a:pt x="1067" y="183"/>
                  <a:pt x="1082" y="199"/>
                </a:cubicBezTo>
                <a:cubicBezTo>
                  <a:pt x="1097" y="214"/>
                  <a:pt x="1109" y="233"/>
                  <a:pt x="1118" y="254"/>
                </a:cubicBezTo>
                <a:cubicBezTo>
                  <a:pt x="1127" y="276"/>
                  <a:pt x="1131" y="300"/>
                  <a:pt x="1131" y="327"/>
                </a:cubicBezTo>
                <a:cubicBezTo>
                  <a:pt x="1131" y="354"/>
                  <a:pt x="1127" y="378"/>
                  <a:pt x="1118" y="400"/>
                </a:cubicBezTo>
                <a:cubicBezTo>
                  <a:pt x="1108" y="421"/>
                  <a:pt x="1096" y="440"/>
                  <a:pt x="1081" y="455"/>
                </a:cubicBezTo>
                <a:cubicBezTo>
                  <a:pt x="1066" y="471"/>
                  <a:pt x="1049" y="482"/>
                  <a:pt x="1030" y="491"/>
                </a:cubicBezTo>
                <a:cubicBezTo>
                  <a:pt x="1010" y="499"/>
                  <a:pt x="990" y="503"/>
                  <a:pt x="969" y="503"/>
                </a:cubicBezTo>
                <a:close/>
                <a:moveTo>
                  <a:pt x="952" y="421"/>
                </a:moveTo>
                <a:cubicBezTo>
                  <a:pt x="965" y="421"/>
                  <a:pt x="977" y="419"/>
                  <a:pt x="988" y="414"/>
                </a:cubicBezTo>
                <a:cubicBezTo>
                  <a:pt x="999" y="409"/>
                  <a:pt x="1009" y="402"/>
                  <a:pt x="1018" y="394"/>
                </a:cubicBezTo>
                <a:cubicBezTo>
                  <a:pt x="1026" y="385"/>
                  <a:pt x="1033" y="375"/>
                  <a:pt x="1038" y="364"/>
                </a:cubicBezTo>
                <a:cubicBezTo>
                  <a:pt x="1043" y="352"/>
                  <a:pt x="1045" y="340"/>
                  <a:pt x="1045" y="326"/>
                </a:cubicBezTo>
                <a:cubicBezTo>
                  <a:pt x="1045" y="313"/>
                  <a:pt x="1043" y="301"/>
                  <a:pt x="1038" y="289"/>
                </a:cubicBezTo>
                <a:cubicBezTo>
                  <a:pt x="1033" y="278"/>
                  <a:pt x="1026" y="268"/>
                  <a:pt x="1018" y="259"/>
                </a:cubicBezTo>
                <a:cubicBezTo>
                  <a:pt x="1009" y="251"/>
                  <a:pt x="999" y="244"/>
                  <a:pt x="988" y="239"/>
                </a:cubicBezTo>
                <a:cubicBezTo>
                  <a:pt x="977" y="234"/>
                  <a:pt x="965" y="231"/>
                  <a:pt x="952" y="231"/>
                </a:cubicBezTo>
                <a:cubicBezTo>
                  <a:pt x="938" y="231"/>
                  <a:pt x="926" y="234"/>
                  <a:pt x="915" y="239"/>
                </a:cubicBezTo>
                <a:cubicBezTo>
                  <a:pt x="903" y="244"/>
                  <a:pt x="893" y="251"/>
                  <a:pt x="885" y="259"/>
                </a:cubicBezTo>
                <a:cubicBezTo>
                  <a:pt x="877" y="268"/>
                  <a:pt x="870" y="278"/>
                  <a:pt x="865" y="289"/>
                </a:cubicBezTo>
                <a:cubicBezTo>
                  <a:pt x="860" y="301"/>
                  <a:pt x="858" y="313"/>
                  <a:pt x="858" y="326"/>
                </a:cubicBezTo>
                <a:cubicBezTo>
                  <a:pt x="858" y="340"/>
                  <a:pt x="860" y="352"/>
                  <a:pt x="865" y="364"/>
                </a:cubicBezTo>
                <a:cubicBezTo>
                  <a:pt x="870" y="375"/>
                  <a:pt x="877" y="385"/>
                  <a:pt x="885" y="394"/>
                </a:cubicBezTo>
                <a:cubicBezTo>
                  <a:pt x="893" y="402"/>
                  <a:pt x="903" y="409"/>
                  <a:pt x="915" y="414"/>
                </a:cubicBezTo>
                <a:cubicBezTo>
                  <a:pt x="926" y="419"/>
                  <a:pt x="938" y="421"/>
                  <a:pt x="952" y="421"/>
                </a:cubicBezTo>
                <a:close/>
                <a:moveTo>
                  <a:pt x="1194" y="158"/>
                </a:moveTo>
                <a:cubicBezTo>
                  <a:pt x="1279" y="158"/>
                  <a:pt x="1279" y="158"/>
                  <a:pt x="1279" y="158"/>
                </a:cubicBezTo>
                <a:cubicBezTo>
                  <a:pt x="1279" y="210"/>
                  <a:pt x="1279" y="210"/>
                  <a:pt x="1279" y="210"/>
                </a:cubicBezTo>
                <a:cubicBezTo>
                  <a:pt x="1287" y="190"/>
                  <a:pt x="1299" y="175"/>
                  <a:pt x="1315" y="166"/>
                </a:cubicBezTo>
                <a:cubicBezTo>
                  <a:pt x="1331" y="157"/>
                  <a:pt x="1350" y="152"/>
                  <a:pt x="1372" y="152"/>
                </a:cubicBezTo>
                <a:cubicBezTo>
                  <a:pt x="1383" y="152"/>
                  <a:pt x="1394" y="153"/>
                  <a:pt x="1403" y="156"/>
                </a:cubicBezTo>
                <a:cubicBezTo>
                  <a:pt x="1413" y="158"/>
                  <a:pt x="1422" y="161"/>
                  <a:pt x="1429" y="165"/>
                </a:cubicBezTo>
                <a:cubicBezTo>
                  <a:pt x="1397" y="250"/>
                  <a:pt x="1397" y="250"/>
                  <a:pt x="1397" y="250"/>
                </a:cubicBezTo>
                <a:cubicBezTo>
                  <a:pt x="1393" y="247"/>
                  <a:pt x="1387" y="244"/>
                  <a:pt x="1379" y="242"/>
                </a:cubicBezTo>
                <a:cubicBezTo>
                  <a:pt x="1371" y="239"/>
                  <a:pt x="1362" y="238"/>
                  <a:pt x="1352" y="238"/>
                </a:cubicBezTo>
                <a:cubicBezTo>
                  <a:pt x="1330" y="238"/>
                  <a:pt x="1313" y="244"/>
                  <a:pt x="1299" y="257"/>
                </a:cubicBezTo>
                <a:cubicBezTo>
                  <a:pt x="1286" y="269"/>
                  <a:pt x="1279" y="289"/>
                  <a:pt x="1279" y="318"/>
                </a:cubicBezTo>
                <a:cubicBezTo>
                  <a:pt x="1279" y="496"/>
                  <a:pt x="1279" y="496"/>
                  <a:pt x="1279" y="496"/>
                </a:cubicBezTo>
                <a:cubicBezTo>
                  <a:pt x="1194" y="496"/>
                  <a:pt x="1194" y="496"/>
                  <a:pt x="1194" y="496"/>
                </a:cubicBezTo>
                <a:lnTo>
                  <a:pt x="1194" y="158"/>
                </a:lnTo>
                <a:close/>
                <a:moveTo>
                  <a:pt x="1620" y="503"/>
                </a:moveTo>
                <a:cubicBezTo>
                  <a:pt x="1594" y="503"/>
                  <a:pt x="1571" y="498"/>
                  <a:pt x="1549" y="489"/>
                </a:cubicBezTo>
                <a:cubicBezTo>
                  <a:pt x="1527" y="480"/>
                  <a:pt x="1508" y="467"/>
                  <a:pt x="1492" y="451"/>
                </a:cubicBezTo>
                <a:cubicBezTo>
                  <a:pt x="1476" y="435"/>
                  <a:pt x="1464" y="416"/>
                  <a:pt x="1455" y="395"/>
                </a:cubicBezTo>
                <a:cubicBezTo>
                  <a:pt x="1446" y="374"/>
                  <a:pt x="1441" y="351"/>
                  <a:pt x="1441" y="327"/>
                </a:cubicBezTo>
                <a:cubicBezTo>
                  <a:pt x="1441" y="303"/>
                  <a:pt x="1446" y="280"/>
                  <a:pt x="1455" y="258"/>
                </a:cubicBezTo>
                <a:cubicBezTo>
                  <a:pt x="1464" y="237"/>
                  <a:pt x="1476" y="218"/>
                  <a:pt x="1492" y="202"/>
                </a:cubicBezTo>
                <a:cubicBezTo>
                  <a:pt x="1508" y="187"/>
                  <a:pt x="1527" y="174"/>
                  <a:pt x="1549" y="165"/>
                </a:cubicBezTo>
                <a:cubicBezTo>
                  <a:pt x="1571" y="156"/>
                  <a:pt x="1594" y="151"/>
                  <a:pt x="1620" y="151"/>
                </a:cubicBezTo>
                <a:cubicBezTo>
                  <a:pt x="1645" y="151"/>
                  <a:pt x="1668" y="156"/>
                  <a:pt x="1690" y="165"/>
                </a:cubicBezTo>
                <a:cubicBezTo>
                  <a:pt x="1712" y="174"/>
                  <a:pt x="1731" y="187"/>
                  <a:pt x="1747" y="202"/>
                </a:cubicBezTo>
                <a:cubicBezTo>
                  <a:pt x="1763" y="218"/>
                  <a:pt x="1776" y="237"/>
                  <a:pt x="1785" y="258"/>
                </a:cubicBezTo>
                <a:cubicBezTo>
                  <a:pt x="1794" y="280"/>
                  <a:pt x="1799" y="303"/>
                  <a:pt x="1799" y="327"/>
                </a:cubicBezTo>
                <a:cubicBezTo>
                  <a:pt x="1799" y="351"/>
                  <a:pt x="1794" y="374"/>
                  <a:pt x="1785" y="395"/>
                </a:cubicBezTo>
                <a:cubicBezTo>
                  <a:pt x="1776" y="416"/>
                  <a:pt x="1763" y="435"/>
                  <a:pt x="1747" y="451"/>
                </a:cubicBezTo>
                <a:cubicBezTo>
                  <a:pt x="1731" y="467"/>
                  <a:pt x="1713" y="480"/>
                  <a:pt x="1691" y="489"/>
                </a:cubicBezTo>
                <a:cubicBezTo>
                  <a:pt x="1669" y="498"/>
                  <a:pt x="1645" y="503"/>
                  <a:pt x="1620" y="503"/>
                </a:cubicBezTo>
                <a:close/>
                <a:moveTo>
                  <a:pt x="1620" y="421"/>
                </a:moveTo>
                <a:cubicBezTo>
                  <a:pt x="1633" y="421"/>
                  <a:pt x="1645" y="418"/>
                  <a:pt x="1657" y="413"/>
                </a:cubicBezTo>
                <a:cubicBezTo>
                  <a:pt x="1668" y="408"/>
                  <a:pt x="1678" y="402"/>
                  <a:pt x="1686" y="393"/>
                </a:cubicBezTo>
                <a:cubicBezTo>
                  <a:pt x="1694" y="385"/>
                  <a:pt x="1701" y="375"/>
                  <a:pt x="1706" y="364"/>
                </a:cubicBezTo>
                <a:cubicBezTo>
                  <a:pt x="1711" y="352"/>
                  <a:pt x="1713" y="340"/>
                  <a:pt x="1713" y="326"/>
                </a:cubicBezTo>
                <a:cubicBezTo>
                  <a:pt x="1713" y="313"/>
                  <a:pt x="1711" y="301"/>
                  <a:pt x="1706" y="289"/>
                </a:cubicBezTo>
                <a:cubicBezTo>
                  <a:pt x="1701" y="278"/>
                  <a:pt x="1694" y="268"/>
                  <a:pt x="1686" y="259"/>
                </a:cubicBezTo>
                <a:cubicBezTo>
                  <a:pt x="1678" y="251"/>
                  <a:pt x="1668" y="244"/>
                  <a:pt x="1657" y="239"/>
                </a:cubicBezTo>
                <a:cubicBezTo>
                  <a:pt x="1645" y="234"/>
                  <a:pt x="1633" y="232"/>
                  <a:pt x="1620" y="232"/>
                </a:cubicBezTo>
                <a:cubicBezTo>
                  <a:pt x="1607" y="232"/>
                  <a:pt x="1595" y="234"/>
                  <a:pt x="1584" y="239"/>
                </a:cubicBezTo>
                <a:cubicBezTo>
                  <a:pt x="1573" y="244"/>
                  <a:pt x="1563" y="251"/>
                  <a:pt x="1555" y="259"/>
                </a:cubicBezTo>
                <a:cubicBezTo>
                  <a:pt x="1546" y="268"/>
                  <a:pt x="1540" y="278"/>
                  <a:pt x="1535" y="289"/>
                </a:cubicBezTo>
                <a:cubicBezTo>
                  <a:pt x="1530" y="301"/>
                  <a:pt x="1528" y="313"/>
                  <a:pt x="1528" y="326"/>
                </a:cubicBezTo>
                <a:cubicBezTo>
                  <a:pt x="1528" y="340"/>
                  <a:pt x="1530" y="352"/>
                  <a:pt x="1535" y="364"/>
                </a:cubicBezTo>
                <a:cubicBezTo>
                  <a:pt x="1540" y="375"/>
                  <a:pt x="1546" y="385"/>
                  <a:pt x="1555" y="393"/>
                </a:cubicBezTo>
                <a:cubicBezTo>
                  <a:pt x="1563" y="402"/>
                  <a:pt x="1573" y="408"/>
                  <a:pt x="1584" y="413"/>
                </a:cubicBezTo>
                <a:cubicBezTo>
                  <a:pt x="1595" y="418"/>
                  <a:pt x="1607" y="421"/>
                  <a:pt x="1620" y="421"/>
                </a:cubicBezTo>
                <a:close/>
                <a:moveTo>
                  <a:pt x="0" y="158"/>
                </a:moveTo>
                <a:cubicBezTo>
                  <a:pt x="88" y="158"/>
                  <a:pt x="88" y="158"/>
                  <a:pt x="88" y="158"/>
                </a:cubicBezTo>
                <a:cubicBezTo>
                  <a:pt x="156" y="373"/>
                  <a:pt x="156" y="373"/>
                  <a:pt x="156" y="373"/>
                </a:cubicBezTo>
                <a:cubicBezTo>
                  <a:pt x="236" y="158"/>
                  <a:pt x="236" y="158"/>
                  <a:pt x="236" y="158"/>
                </a:cubicBezTo>
                <a:cubicBezTo>
                  <a:pt x="313" y="158"/>
                  <a:pt x="313" y="158"/>
                  <a:pt x="313" y="158"/>
                </a:cubicBezTo>
                <a:cubicBezTo>
                  <a:pt x="392" y="373"/>
                  <a:pt x="392" y="373"/>
                  <a:pt x="392" y="373"/>
                </a:cubicBezTo>
                <a:cubicBezTo>
                  <a:pt x="462" y="158"/>
                  <a:pt x="462" y="158"/>
                  <a:pt x="462" y="158"/>
                </a:cubicBezTo>
                <a:cubicBezTo>
                  <a:pt x="550" y="158"/>
                  <a:pt x="550" y="158"/>
                  <a:pt x="550" y="158"/>
                </a:cubicBezTo>
                <a:cubicBezTo>
                  <a:pt x="435" y="495"/>
                  <a:pt x="435" y="495"/>
                  <a:pt x="435" y="495"/>
                </a:cubicBezTo>
                <a:cubicBezTo>
                  <a:pt x="354" y="495"/>
                  <a:pt x="354" y="495"/>
                  <a:pt x="354" y="49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192" y="495"/>
                  <a:pt x="192" y="495"/>
                  <a:pt x="192" y="495"/>
                </a:cubicBezTo>
                <a:cubicBezTo>
                  <a:pt x="110" y="495"/>
                  <a:pt x="110" y="495"/>
                  <a:pt x="110" y="495"/>
                </a:cubicBezTo>
                <a:lnTo>
                  <a:pt x="0" y="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0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6018-2950-1311-4CE2-05EBE071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824EDF6D-1EB6-1D73-501E-7B2BB83D1FA5}"/>
              </a:ext>
            </a:extLst>
          </p:cNvPr>
          <p:cNvSpPr>
            <a:spLocks noEditPoints="1"/>
          </p:cNvSpPr>
          <p:nvPr/>
        </p:nvSpPr>
        <p:spPr bwMode="auto">
          <a:xfrm>
            <a:off x="11014416" y="261386"/>
            <a:ext cx="703014" cy="260340"/>
          </a:xfrm>
          <a:custGeom>
            <a:avLst/>
            <a:gdLst>
              <a:gd name="T0" fmla="*/ 698 w 1799"/>
              <a:gd name="T1" fmla="*/ 158 h 664"/>
              <a:gd name="T2" fmla="*/ 610 w 1799"/>
              <a:gd name="T3" fmla="*/ 496 h 664"/>
              <a:gd name="T4" fmla="*/ 664 w 1799"/>
              <a:gd name="T5" fmla="*/ 7 h 664"/>
              <a:gd name="T6" fmla="*/ 638 w 1799"/>
              <a:gd name="T7" fmla="*/ 105 h 664"/>
              <a:gd name="T8" fmla="*/ 664 w 1799"/>
              <a:gd name="T9" fmla="*/ 7 h 664"/>
              <a:gd name="T10" fmla="*/ 907 w 1799"/>
              <a:gd name="T11" fmla="*/ 491 h 664"/>
              <a:gd name="T12" fmla="*/ 863 w 1799"/>
              <a:gd name="T13" fmla="*/ 664 h 664"/>
              <a:gd name="T14" fmla="*/ 777 w 1799"/>
              <a:gd name="T15" fmla="*/ 158 h 664"/>
              <a:gd name="T16" fmla="*/ 862 w 1799"/>
              <a:gd name="T17" fmla="*/ 205 h 664"/>
              <a:gd name="T18" fmla="*/ 969 w 1799"/>
              <a:gd name="T19" fmla="*/ 151 h 664"/>
              <a:gd name="T20" fmla="*/ 1082 w 1799"/>
              <a:gd name="T21" fmla="*/ 199 h 664"/>
              <a:gd name="T22" fmla="*/ 1131 w 1799"/>
              <a:gd name="T23" fmla="*/ 327 h 664"/>
              <a:gd name="T24" fmla="*/ 1081 w 1799"/>
              <a:gd name="T25" fmla="*/ 455 h 664"/>
              <a:gd name="T26" fmla="*/ 969 w 1799"/>
              <a:gd name="T27" fmla="*/ 503 h 664"/>
              <a:gd name="T28" fmla="*/ 988 w 1799"/>
              <a:gd name="T29" fmla="*/ 414 h 664"/>
              <a:gd name="T30" fmla="*/ 1038 w 1799"/>
              <a:gd name="T31" fmla="*/ 364 h 664"/>
              <a:gd name="T32" fmla="*/ 1038 w 1799"/>
              <a:gd name="T33" fmla="*/ 289 h 664"/>
              <a:gd name="T34" fmla="*/ 988 w 1799"/>
              <a:gd name="T35" fmla="*/ 239 h 664"/>
              <a:gd name="T36" fmla="*/ 915 w 1799"/>
              <a:gd name="T37" fmla="*/ 239 h 664"/>
              <a:gd name="T38" fmla="*/ 865 w 1799"/>
              <a:gd name="T39" fmla="*/ 289 h 664"/>
              <a:gd name="T40" fmla="*/ 865 w 1799"/>
              <a:gd name="T41" fmla="*/ 364 h 664"/>
              <a:gd name="T42" fmla="*/ 915 w 1799"/>
              <a:gd name="T43" fmla="*/ 414 h 664"/>
              <a:gd name="T44" fmla="*/ 1194 w 1799"/>
              <a:gd name="T45" fmla="*/ 158 h 664"/>
              <a:gd name="T46" fmla="*/ 1279 w 1799"/>
              <a:gd name="T47" fmla="*/ 210 h 664"/>
              <a:gd name="T48" fmla="*/ 1372 w 1799"/>
              <a:gd name="T49" fmla="*/ 152 h 664"/>
              <a:gd name="T50" fmla="*/ 1429 w 1799"/>
              <a:gd name="T51" fmla="*/ 165 h 664"/>
              <a:gd name="T52" fmla="*/ 1379 w 1799"/>
              <a:gd name="T53" fmla="*/ 242 h 664"/>
              <a:gd name="T54" fmla="*/ 1299 w 1799"/>
              <a:gd name="T55" fmla="*/ 257 h 664"/>
              <a:gd name="T56" fmla="*/ 1279 w 1799"/>
              <a:gd name="T57" fmla="*/ 496 h 664"/>
              <a:gd name="T58" fmla="*/ 1194 w 1799"/>
              <a:gd name="T59" fmla="*/ 158 h 664"/>
              <a:gd name="T60" fmla="*/ 1549 w 1799"/>
              <a:gd name="T61" fmla="*/ 489 h 664"/>
              <a:gd name="T62" fmla="*/ 1455 w 1799"/>
              <a:gd name="T63" fmla="*/ 395 h 664"/>
              <a:gd name="T64" fmla="*/ 1455 w 1799"/>
              <a:gd name="T65" fmla="*/ 258 h 664"/>
              <a:gd name="T66" fmla="*/ 1549 w 1799"/>
              <a:gd name="T67" fmla="*/ 165 h 664"/>
              <a:gd name="T68" fmla="*/ 1690 w 1799"/>
              <a:gd name="T69" fmla="*/ 165 h 664"/>
              <a:gd name="T70" fmla="*/ 1785 w 1799"/>
              <a:gd name="T71" fmla="*/ 258 h 664"/>
              <a:gd name="T72" fmla="*/ 1785 w 1799"/>
              <a:gd name="T73" fmla="*/ 395 h 664"/>
              <a:gd name="T74" fmla="*/ 1691 w 1799"/>
              <a:gd name="T75" fmla="*/ 489 h 664"/>
              <a:gd name="T76" fmla="*/ 1620 w 1799"/>
              <a:gd name="T77" fmla="*/ 421 h 664"/>
              <a:gd name="T78" fmla="*/ 1686 w 1799"/>
              <a:gd name="T79" fmla="*/ 393 h 664"/>
              <a:gd name="T80" fmla="*/ 1713 w 1799"/>
              <a:gd name="T81" fmla="*/ 326 h 664"/>
              <a:gd name="T82" fmla="*/ 1686 w 1799"/>
              <a:gd name="T83" fmla="*/ 259 h 664"/>
              <a:gd name="T84" fmla="*/ 1620 w 1799"/>
              <a:gd name="T85" fmla="*/ 232 h 664"/>
              <a:gd name="T86" fmla="*/ 1555 w 1799"/>
              <a:gd name="T87" fmla="*/ 259 h 664"/>
              <a:gd name="T88" fmla="*/ 1528 w 1799"/>
              <a:gd name="T89" fmla="*/ 326 h 664"/>
              <a:gd name="T90" fmla="*/ 1555 w 1799"/>
              <a:gd name="T91" fmla="*/ 393 h 664"/>
              <a:gd name="T92" fmla="*/ 1620 w 1799"/>
              <a:gd name="T93" fmla="*/ 421 h 664"/>
              <a:gd name="T94" fmla="*/ 88 w 1799"/>
              <a:gd name="T95" fmla="*/ 158 h 664"/>
              <a:gd name="T96" fmla="*/ 236 w 1799"/>
              <a:gd name="T97" fmla="*/ 158 h 664"/>
              <a:gd name="T98" fmla="*/ 392 w 1799"/>
              <a:gd name="T99" fmla="*/ 373 h 664"/>
              <a:gd name="T100" fmla="*/ 550 w 1799"/>
              <a:gd name="T101" fmla="*/ 158 h 664"/>
              <a:gd name="T102" fmla="*/ 354 w 1799"/>
              <a:gd name="T103" fmla="*/ 495 h 664"/>
              <a:gd name="T104" fmla="*/ 192 w 1799"/>
              <a:gd name="T105" fmla="*/ 495 h 664"/>
              <a:gd name="T106" fmla="*/ 0 w 1799"/>
              <a:gd name="T107" fmla="*/ 158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99" h="664">
                <a:moveTo>
                  <a:pt x="610" y="158"/>
                </a:moveTo>
                <a:cubicBezTo>
                  <a:pt x="698" y="158"/>
                  <a:pt x="698" y="158"/>
                  <a:pt x="698" y="158"/>
                </a:cubicBezTo>
                <a:cubicBezTo>
                  <a:pt x="698" y="496"/>
                  <a:pt x="698" y="496"/>
                  <a:pt x="698" y="496"/>
                </a:cubicBezTo>
                <a:cubicBezTo>
                  <a:pt x="610" y="496"/>
                  <a:pt x="610" y="496"/>
                  <a:pt x="610" y="496"/>
                </a:cubicBezTo>
                <a:lnTo>
                  <a:pt x="610" y="158"/>
                </a:lnTo>
                <a:close/>
                <a:moveTo>
                  <a:pt x="664" y="7"/>
                </a:moveTo>
                <a:cubicBezTo>
                  <a:pt x="637" y="0"/>
                  <a:pt x="609" y="16"/>
                  <a:pt x="602" y="43"/>
                </a:cubicBezTo>
                <a:cubicBezTo>
                  <a:pt x="595" y="70"/>
                  <a:pt x="611" y="98"/>
                  <a:pt x="638" y="105"/>
                </a:cubicBezTo>
                <a:cubicBezTo>
                  <a:pt x="665" y="112"/>
                  <a:pt x="693" y="96"/>
                  <a:pt x="700" y="69"/>
                </a:cubicBezTo>
                <a:cubicBezTo>
                  <a:pt x="707" y="42"/>
                  <a:pt x="691" y="14"/>
                  <a:pt x="664" y="7"/>
                </a:cubicBezTo>
                <a:close/>
                <a:moveTo>
                  <a:pt x="969" y="503"/>
                </a:moveTo>
                <a:cubicBezTo>
                  <a:pt x="946" y="503"/>
                  <a:pt x="926" y="499"/>
                  <a:pt x="907" y="491"/>
                </a:cubicBezTo>
                <a:cubicBezTo>
                  <a:pt x="889" y="482"/>
                  <a:pt x="874" y="470"/>
                  <a:pt x="863" y="455"/>
                </a:cubicBezTo>
                <a:cubicBezTo>
                  <a:pt x="863" y="664"/>
                  <a:pt x="863" y="664"/>
                  <a:pt x="863" y="664"/>
                </a:cubicBezTo>
                <a:cubicBezTo>
                  <a:pt x="777" y="664"/>
                  <a:pt x="777" y="664"/>
                  <a:pt x="777" y="664"/>
                </a:cubicBezTo>
                <a:cubicBezTo>
                  <a:pt x="777" y="158"/>
                  <a:pt x="777" y="158"/>
                  <a:pt x="777" y="158"/>
                </a:cubicBezTo>
                <a:cubicBezTo>
                  <a:pt x="862" y="158"/>
                  <a:pt x="862" y="158"/>
                  <a:pt x="862" y="158"/>
                </a:cubicBezTo>
                <a:cubicBezTo>
                  <a:pt x="862" y="205"/>
                  <a:pt x="862" y="205"/>
                  <a:pt x="862" y="205"/>
                </a:cubicBezTo>
                <a:cubicBezTo>
                  <a:pt x="874" y="188"/>
                  <a:pt x="888" y="175"/>
                  <a:pt x="907" y="166"/>
                </a:cubicBezTo>
                <a:cubicBezTo>
                  <a:pt x="925" y="156"/>
                  <a:pt x="946" y="151"/>
                  <a:pt x="969" y="151"/>
                </a:cubicBezTo>
                <a:cubicBezTo>
                  <a:pt x="990" y="151"/>
                  <a:pt x="1010" y="155"/>
                  <a:pt x="1030" y="163"/>
                </a:cubicBezTo>
                <a:cubicBezTo>
                  <a:pt x="1050" y="172"/>
                  <a:pt x="1067" y="183"/>
                  <a:pt x="1082" y="199"/>
                </a:cubicBezTo>
                <a:cubicBezTo>
                  <a:pt x="1097" y="214"/>
                  <a:pt x="1109" y="233"/>
                  <a:pt x="1118" y="254"/>
                </a:cubicBezTo>
                <a:cubicBezTo>
                  <a:pt x="1127" y="276"/>
                  <a:pt x="1131" y="300"/>
                  <a:pt x="1131" y="327"/>
                </a:cubicBezTo>
                <a:cubicBezTo>
                  <a:pt x="1131" y="354"/>
                  <a:pt x="1127" y="378"/>
                  <a:pt x="1118" y="400"/>
                </a:cubicBezTo>
                <a:cubicBezTo>
                  <a:pt x="1108" y="421"/>
                  <a:pt x="1096" y="440"/>
                  <a:pt x="1081" y="455"/>
                </a:cubicBezTo>
                <a:cubicBezTo>
                  <a:pt x="1066" y="471"/>
                  <a:pt x="1049" y="482"/>
                  <a:pt x="1030" y="491"/>
                </a:cubicBezTo>
                <a:cubicBezTo>
                  <a:pt x="1010" y="499"/>
                  <a:pt x="990" y="503"/>
                  <a:pt x="969" y="503"/>
                </a:cubicBezTo>
                <a:close/>
                <a:moveTo>
                  <a:pt x="952" y="421"/>
                </a:moveTo>
                <a:cubicBezTo>
                  <a:pt x="965" y="421"/>
                  <a:pt x="977" y="419"/>
                  <a:pt x="988" y="414"/>
                </a:cubicBezTo>
                <a:cubicBezTo>
                  <a:pt x="999" y="409"/>
                  <a:pt x="1009" y="402"/>
                  <a:pt x="1018" y="394"/>
                </a:cubicBezTo>
                <a:cubicBezTo>
                  <a:pt x="1026" y="385"/>
                  <a:pt x="1033" y="375"/>
                  <a:pt x="1038" y="364"/>
                </a:cubicBezTo>
                <a:cubicBezTo>
                  <a:pt x="1043" y="352"/>
                  <a:pt x="1045" y="340"/>
                  <a:pt x="1045" y="326"/>
                </a:cubicBezTo>
                <a:cubicBezTo>
                  <a:pt x="1045" y="313"/>
                  <a:pt x="1043" y="301"/>
                  <a:pt x="1038" y="289"/>
                </a:cubicBezTo>
                <a:cubicBezTo>
                  <a:pt x="1033" y="278"/>
                  <a:pt x="1026" y="268"/>
                  <a:pt x="1018" y="259"/>
                </a:cubicBezTo>
                <a:cubicBezTo>
                  <a:pt x="1009" y="251"/>
                  <a:pt x="999" y="244"/>
                  <a:pt x="988" y="239"/>
                </a:cubicBezTo>
                <a:cubicBezTo>
                  <a:pt x="977" y="234"/>
                  <a:pt x="965" y="231"/>
                  <a:pt x="952" y="231"/>
                </a:cubicBezTo>
                <a:cubicBezTo>
                  <a:pt x="938" y="231"/>
                  <a:pt x="926" y="234"/>
                  <a:pt x="915" y="239"/>
                </a:cubicBezTo>
                <a:cubicBezTo>
                  <a:pt x="903" y="244"/>
                  <a:pt x="893" y="251"/>
                  <a:pt x="885" y="259"/>
                </a:cubicBezTo>
                <a:cubicBezTo>
                  <a:pt x="877" y="268"/>
                  <a:pt x="870" y="278"/>
                  <a:pt x="865" y="289"/>
                </a:cubicBezTo>
                <a:cubicBezTo>
                  <a:pt x="860" y="301"/>
                  <a:pt x="858" y="313"/>
                  <a:pt x="858" y="326"/>
                </a:cubicBezTo>
                <a:cubicBezTo>
                  <a:pt x="858" y="340"/>
                  <a:pt x="860" y="352"/>
                  <a:pt x="865" y="364"/>
                </a:cubicBezTo>
                <a:cubicBezTo>
                  <a:pt x="870" y="375"/>
                  <a:pt x="877" y="385"/>
                  <a:pt x="885" y="394"/>
                </a:cubicBezTo>
                <a:cubicBezTo>
                  <a:pt x="893" y="402"/>
                  <a:pt x="903" y="409"/>
                  <a:pt x="915" y="414"/>
                </a:cubicBezTo>
                <a:cubicBezTo>
                  <a:pt x="926" y="419"/>
                  <a:pt x="938" y="421"/>
                  <a:pt x="952" y="421"/>
                </a:cubicBezTo>
                <a:close/>
                <a:moveTo>
                  <a:pt x="1194" y="158"/>
                </a:moveTo>
                <a:cubicBezTo>
                  <a:pt x="1279" y="158"/>
                  <a:pt x="1279" y="158"/>
                  <a:pt x="1279" y="158"/>
                </a:cubicBezTo>
                <a:cubicBezTo>
                  <a:pt x="1279" y="210"/>
                  <a:pt x="1279" y="210"/>
                  <a:pt x="1279" y="210"/>
                </a:cubicBezTo>
                <a:cubicBezTo>
                  <a:pt x="1287" y="190"/>
                  <a:pt x="1299" y="175"/>
                  <a:pt x="1315" y="166"/>
                </a:cubicBezTo>
                <a:cubicBezTo>
                  <a:pt x="1331" y="157"/>
                  <a:pt x="1350" y="152"/>
                  <a:pt x="1372" y="152"/>
                </a:cubicBezTo>
                <a:cubicBezTo>
                  <a:pt x="1383" y="152"/>
                  <a:pt x="1394" y="153"/>
                  <a:pt x="1403" y="156"/>
                </a:cubicBezTo>
                <a:cubicBezTo>
                  <a:pt x="1413" y="158"/>
                  <a:pt x="1422" y="161"/>
                  <a:pt x="1429" y="165"/>
                </a:cubicBezTo>
                <a:cubicBezTo>
                  <a:pt x="1397" y="250"/>
                  <a:pt x="1397" y="250"/>
                  <a:pt x="1397" y="250"/>
                </a:cubicBezTo>
                <a:cubicBezTo>
                  <a:pt x="1393" y="247"/>
                  <a:pt x="1387" y="244"/>
                  <a:pt x="1379" y="242"/>
                </a:cubicBezTo>
                <a:cubicBezTo>
                  <a:pt x="1371" y="239"/>
                  <a:pt x="1362" y="238"/>
                  <a:pt x="1352" y="238"/>
                </a:cubicBezTo>
                <a:cubicBezTo>
                  <a:pt x="1330" y="238"/>
                  <a:pt x="1313" y="244"/>
                  <a:pt x="1299" y="257"/>
                </a:cubicBezTo>
                <a:cubicBezTo>
                  <a:pt x="1286" y="269"/>
                  <a:pt x="1279" y="289"/>
                  <a:pt x="1279" y="318"/>
                </a:cubicBezTo>
                <a:cubicBezTo>
                  <a:pt x="1279" y="496"/>
                  <a:pt x="1279" y="496"/>
                  <a:pt x="1279" y="496"/>
                </a:cubicBezTo>
                <a:cubicBezTo>
                  <a:pt x="1194" y="496"/>
                  <a:pt x="1194" y="496"/>
                  <a:pt x="1194" y="496"/>
                </a:cubicBezTo>
                <a:lnTo>
                  <a:pt x="1194" y="158"/>
                </a:lnTo>
                <a:close/>
                <a:moveTo>
                  <a:pt x="1620" y="503"/>
                </a:moveTo>
                <a:cubicBezTo>
                  <a:pt x="1594" y="503"/>
                  <a:pt x="1571" y="498"/>
                  <a:pt x="1549" y="489"/>
                </a:cubicBezTo>
                <a:cubicBezTo>
                  <a:pt x="1527" y="480"/>
                  <a:pt x="1508" y="467"/>
                  <a:pt x="1492" y="451"/>
                </a:cubicBezTo>
                <a:cubicBezTo>
                  <a:pt x="1476" y="435"/>
                  <a:pt x="1464" y="416"/>
                  <a:pt x="1455" y="395"/>
                </a:cubicBezTo>
                <a:cubicBezTo>
                  <a:pt x="1446" y="374"/>
                  <a:pt x="1441" y="351"/>
                  <a:pt x="1441" y="327"/>
                </a:cubicBezTo>
                <a:cubicBezTo>
                  <a:pt x="1441" y="303"/>
                  <a:pt x="1446" y="280"/>
                  <a:pt x="1455" y="258"/>
                </a:cubicBezTo>
                <a:cubicBezTo>
                  <a:pt x="1464" y="237"/>
                  <a:pt x="1476" y="218"/>
                  <a:pt x="1492" y="202"/>
                </a:cubicBezTo>
                <a:cubicBezTo>
                  <a:pt x="1508" y="187"/>
                  <a:pt x="1527" y="174"/>
                  <a:pt x="1549" y="165"/>
                </a:cubicBezTo>
                <a:cubicBezTo>
                  <a:pt x="1571" y="156"/>
                  <a:pt x="1594" y="151"/>
                  <a:pt x="1620" y="151"/>
                </a:cubicBezTo>
                <a:cubicBezTo>
                  <a:pt x="1645" y="151"/>
                  <a:pt x="1668" y="156"/>
                  <a:pt x="1690" y="165"/>
                </a:cubicBezTo>
                <a:cubicBezTo>
                  <a:pt x="1712" y="174"/>
                  <a:pt x="1731" y="187"/>
                  <a:pt x="1747" y="202"/>
                </a:cubicBezTo>
                <a:cubicBezTo>
                  <a:pt x="1763" y="218"/>
                  <a:pt x="1776" y="237"/>
                  <a:pt x="1785" y="258"/>
                </a:cubicBezTo>
                <a:cubicBezTo>
                  <a:pt x="1794" y="280"/>
                  <a:pt x="1799" y="303"/>
                  <a:pt x="1799" y="327"/>
                </a:cubicBezTo>
                <a:cubicBezTo>
                  <a:pt x="1799" y="351"/>
                  <a:pt x="1794" y="374"/>
                  <a:pt x="1785" y="395"/>
                </a:cubicBezTo>
                <a:cubicBezTo>
                  <a:pt x="1776" y="416"/>
                  <a:pt x="1763" y="435"/>
                  <a:pt x="1747" y="451"/>
                </a:cubicBezTo>
                <a:cubicBezTo>
                  <a:pt x="1731" y="467"/>
                  <a:pt x="1713" y="480"/>
                  <a:pt x="1691" y="489"/>
                </a:cubicBezTo>
                <a:cubicBezTo>
                  <a:pt x="1669" y="498"/>
                  <a:pt x="1645" y="503"/>
                  <a:pt x="1620" y="503"/>
                </a:cubicBezTo>
                <a:close/>
                <a:moveTo>
                  <a:pt x="1620" y="421"/>
                </a:moveTo>
                <a:cubicBezTo>
                  <a:pt x="1633" y="421"/>
                  <a:pt x="1645" y="418"/>
                  <a:pt x="1657" y="413"/>
                </a:cubicBezTo>
                <a:cubicBezTo>
                  <a:pt x="1668" y="408"/>
                  <a:pt x="1678" y="402"/>
                  <a:pt x="1686" y="393"/>
                </a:cubicBezTo>
                <a:cubicBezTo>
                  <a:pt x="1694" y="385"/>
                  <a:pt x="1701" y="375"/>
                  <a:pt x="1706" y="364"/>
                </a:cubicBezTo>
                <a:cubicBezTo>
                  <a:pt x="1711" y="352"/>
                  <a:pt x="1713" y="340"/>
                  <a:pt x="1713" y="326"/>
                </a:cubicBezTo>
                <a:cubicBezTo>
                  <a:pt x="1713" y="313"/>
                  <a:pt x="1711" y="301"/>
                  <a:pt x="1706" y="289"/>
                </a:cubicBezTo>
                <a:cubicBezTo>
                  <a:pt x="1701" y="278"/>
                  <a:pt x="1694" y="268"/>
                  <a:pt x="1686" y="259"/>
                </a:cubicBezTo>
                <a:cubicBezTo>
                  <a:pt x="1678" y="251"/>
                  <a:pt x="1668" y="244"/>
                  <a:pt x="1657" y="239"/>
                </a:cubicBezTo>
                <a:cubicBezTo>
                  <a:pt x="1645" y="234"/>
                  <a:pt x="1633" y="232"/>
                  <a:pt x="1620" y="232"/>
                </a:cubicBezTo>
                <a:cubicBezTo>
                  <a:pt x="1607" y="232"/>
                  <a:pt x="1595" y="234"/>
                  <a:pt x="1584" y="239"/>
                </a:cubicBezTo>
                <a:cubicBezTo>
                  <a:pt x="1573" y="244"/>
                  <a:pt x="1563" y="251"/>
                  <a:pt x="1555" y="259"/>
                </a:cubicBezTo>
                <a:cubicBezTo>
                  <a:pt x="1546" y="268"/>
                  <a:pt x="1540" y="278"/>
                  <a:pt x="1535" y="289"/>
                </a:cubicBezTo>
                <a:cubicBezTo>
                  <a:pt x="1530" y="301"/>
                  <a:pt x="1528" y="313"/>
                  <a:pt x="1528" y="326"/>
                </a:cubicBezTo>
                <a:cubicBezTo>
                  <a:pt x="1528" y="340"/>
                  <a:pt x="1530" y="352"/>
                  <a:pt x="1535" y="364"/>
                </a:cubicBezTo>
                <a:cubicBezTo>
                  <a:pt x="1540" y="375"/>
                  <a:pt x="1546" y="385"/>
                  <a:pt x="1555" y="393"/>
                </a:cubicBezTo>
                <a:cubicBezTo>
                  <a:pt x="1563" y="402"/>
                  <a:pt x="1573" y="408"/>
                  <a:pt x="1584" y="413"/>
                </a:cubicBezTo>
                <a:cubicBezTo>
                  <a:pt x="1595" y="418"/>
                  <a:pt x="1607" y="421"/>
                  <a:pt x="1620" y="421"/>
                </a:cubicBezTo>
                <a:close/>
                <a:moveTo>
                  <a:pt x="0" y="158"/>
                </a:moveTo>
                <a:cubicBezTo>
                  <a:pt x="88" y="158"/>
                  <a:pt x="88" y="158"/>
                  <a:pt x="88" y="158"/>
                </a:cubicBezTo>
                <a:cubicBezTo>
                  <a:pt x="156" y="373"/>
                  <a:pt x="156" y="373"/>
                  <a:pt x="156" y="373"/>
                </a:cubicBezTo>
                <a:cubicBezTo>
                  <a:pt x="236" y="158"/>
                  <a:pt x="236" y="158"/>
                  <a:pt x="236" y="158"/>
                </a:cubicBezTo>
                <a:cubicBezTo>
                  <a:pt x="313" y="158"/>
                  <a:pt x="313" y="158"/>
                  <a:pt x="313" y="158"/>
                </a:cubicBezTo>
                <a:cubicBezTo>
                  <a:pt x="392" y="373"/>
                  <a:pt x="392" y="373"/>
                  <a:pt x="392" y="373"/>
                </a:cubicBezTo>
                <a:cubicBezTo>
                  <a:pt x="462" y="158"/>
                  <a:pt x="462" y="158"/>
                  <a:pt x="462" y="158"/>
                </a:cubicBezTo>
                <a:cubicBezTo>
                  <a:pt x="550" y="158"/>
                  <a:pt x="550" y="158"/>
                  <a:pt x="550" y="158"/>
                </a:cubicBezTo>
                <a:cubicBezTo>
                  <a:pt x="435" y="495"/>
                  <a:pt x="435" y="495"/>
                  <a:pt x="435" y="495"/>
                </a:cubicBezTo>
                <a:cubicBezTo>
                  <a:pt x="354" y="495"/>
                  <a:pt x="354" y="495"/>
                  <a:pt x="354" y="49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192" y="495"/>
                  <a:pt x="192" y="495"/>
                  <a:pt x="192" y="495"/>
                </a:cubicBezTo>
                <a:cubicBezTo>
                  <a:pt x="110" y="495"/>
                  <a:pt x="110" y="495"/>
                  <a:pt x="110" y="495"/>
                </a:cubicBezTo>
                <a:lnTo>
                  <a:pt x="0" y="1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843E7-9098-5A0B-85B8-C170997FC3B3}"/>
              </a:ext>
            </a:extLst>
          </p:cNvPr>
          <p:cNvSpPr txBox="1"/>
          <p:nvPr/>
        </p:nvSpPr>
        <p:spPr>
          <a:xfrm>
            <a:off x="971550" y="2798064"/>
            <a:ext cx="885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23950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8B31E234-CB50-4DBC-84F3-B46C3A6A92DA}"/>
</file>

<file path=customXml/itemProps2.xml><?xml version="1.0" encoding="utf-8"?>
<ds:datastoreItem xmlns:ds="http://schemas.openxmlformats.org/officeDocument/2006/customXml" ds:itemID="{53B8E9C6-BA4B-4DB8-B076-EFBC63861173}"/>
</file>

<file path=customXml/itemProps3.xml><?xml version="1.0" encoding="utf-8"?>
<ds:datastoreItem xmlns:ds="http://schemas.openxmlformats.org/officeDocument/2006/customXml" ds:itemID="{F6D2476E-0107-458B-859B-9B385C1BBA1A}"/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Tenorite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Dhanasekaran Krishnan</dc:creator>
  <cp:lastModifiedBy>Dhanasekaran Krishnan</cp:lastModifiedBy>
  <cp:revision>1</cp:revision>
  <dcterms:created xsi:type="dcterms:W3CDTF">2026-07-07T07:48:25Z</dcterms:created>
  <dcterms:modified xsi:type="dcterms:W3CDTF">2026-07-07T08:27:03Z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2026-07-07T07:48:34Z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e81f04f6-eb42-4710-935f-f5cab95a208e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  <property fmtid="{D5CDD505-2E9C-101B-9397-08002B2CF9AE}" pid="12" name="ContentTypeId">
    <vt:lpwstr>0x010100EF6C47639219C8468A0D98F9A082EF44</vt:lpwstr>
  </property>
</Properties>
</file>